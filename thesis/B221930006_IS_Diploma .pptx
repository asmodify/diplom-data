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60" r:id="rId4"/>
  </p:sldMasterIdLst>
  <p:notesMasterIdLst>
    <p:notesMasterId r:id="rId18"/>
  </p:notesMasterIdLst>
  <p:sldIdLst>
    <p:sldId id="282" r:id="rId5"/>
    <p:sldId id="304" r:id="rId6"/>
    <p:sldId id="318" r:id="rId7"/>
    <p:sldId id="325" r:id="rId8"/>
    <p:sldId id="319" r:id="rId9"/>
    <p:sldId id="320" r:id="rId10"/>
    <p:sldId id="321" r:id="rId11"/>
    <p:sldId id="323" r:id="rId12"/>
    <p:sldId id="324" r:id="rId13"/>
    <p:sldId id="327" r:id="rId14"/>
    <p:sldId id="322" r:id="rId15"/>
    <p:sldId id="326" r:id="rId16"/>
    <p:sldId id="31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A6C"/>
    <a:srgbClr val="F7C6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2D968F-9C24-4BF4-AA4D-2AF0AB173839}" v="67" dt="2026-04-08T03:13:34.3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97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MUUNZUL ERDENEBAATAR" userId="S::b221930006@must.edu.mn::6d69a1cd-e093-46a3-9d39-a898d69392f7" providerId="AD" clId="Web-{CDFA9091-3078-F210-61C5-A594D8483D49}"/>
    <pc:docChg chg="modSld">
      <pc:chgData name="NAMUUNZUL ERDENEBAATAR" userId="S::b221930006@must.edu.mn::6d69a1cd-e093-46a3-9d39-a898d69392f7" providerId="AD" clId="Web-{CDFA9091-3078-F210-61C5-A594D8483D49}" dt="2026-04-05T14:00:18.997" v="1" actId="20577"/>
      <pc:docMkLst>
        <pc:docMk/>
      </pc:docMkLst>
      <pc:sldChg chg="modSp">
        <pc:chgData name="NAMUUNZUL ERDENEBAATAR" userId="S::b221930006@must.edu.mn::6d69a1cd-e093-46a3-9d39-a898d69392f7" providerId="AD" clId="Web-{CDFA9091-3078-F210-61C5-A594D8483D49}" dt="2026-04-05T14:00:18.997" v="1" actId="20577"/>
        <pc:sldMkLst>
          <pc:docMk/>
          <pc:sldMk cId="120952539" sldId="282"/>
        </pc:sldMkLst>
        <pc:spChg chg="mod">
          <ac:chgData name="NAMUUNZUL ERDENEBAATAR" userId="S::b221930006@must.edu.mn::6d69a1cd-e093-46a3-9d39-a898d69392f7" providerId="AD" clId="Web-{CDFA9091-3078-F210-61C5-A594D8483D49}" dt="2026-04-05T14:00:18.997" v="1" actId="20577"/>
          <ac:spMkLst>
            <pc:docMk/>
            <pc:sldMk cId="120952539" sldId="282"/>
            <ac:spMk id="3" creationId="{0817932B-FBE3-4CCB-BF21-09F903A50E1B}"/>
          </ac:spMkLst>
        </pc:spChg>
      </pc:sldChg>
    </pc:docChg>
  </pc:docChgLst>
  <pc:docChgLst>
    <pc:chgData name="NAMUUNZUL ERDENEBAATAR" userId="S::b221930006@must.edu.mn::6d69a1cd-e093-46a3-9d39-a898d69392f7" providerId="AD" clId="Web-{3A62D3DF-3BA8-4794-0E2A-6B80CDDBE035}"/>
    <pc:docChg chg="modSld">
      <pc:chgData name="NAMUUNZUL ERDENEBAATAR" userId="S::b221930006@must.edu.mn::6d69a1cd-e093-46a3-9d39-a898d69392f7" providerId="AD" clId="Web-{3A62D3DF-3BA8-4794-0E2A-6B80CDDBE035}" dt="2026-04-05T14:21:17.756" v="509" actId="1076"/>
      <pc:docMkLst>
        <pc:docMk/>
      </pc:docMkLst>
      <pc:sldChg chg="addSp delSp modSp">
        <pc:chgData name="NAMUUNZUL ERDENEBAATAR" userId="S::b221930006@must.edu.mn::6d69a1cd-e093-46a3-9d39-a898d69392f7" providerId="AD" clId="Web-{3A62D3DF-3BA8-4794-0E2A-6B80CDDBE035}" dt="2026-04-05T14:03:05.176" v="55" actId="14100"/>
        <pc:sldMkLst>
          <pc:docMk/>
          <pc:sldMk cId="120952539" sldId="282"/>
        </pc:sldMkLst>
        <pc:spChg chg="mod">
          <ac:chgData name="NAMUUNZUL ERDENEBAATAR" userId="S::b221930006@must.edu.mn::6d69a1cd-e093-46a3-9d39-a898d69392f7" providerId="AD" clId="Web-{3A62D3DF-3BA8-4794-0E2A-6B80CDDBE035}" dt="2026-04-05T14:01:47.878" v="31" actId="20577"/>
          <ac:spMkLst>
            <pc:docMk/>
            <pc:sldMk cId="120952539" sldId="282"/>
            <ac:spMk id="3" creationId="{0817932B-FBE3-4CCB-BF21-09F903A50E1B}"/>
          </ac:spMkLst>
        </pc:spChg>
        <pc:spChg chg="add mod">
          <ac:chgData name="NAMUUNZUL ERDENEBAATAR" userId="S::b221930006@must.edu.mn::6d69a1cd-e093-46a3-9d39-a898d69392f7" providerId="AD" clId="Web-{3A62D3DF-3BA8-4794-0E2A-6B80CDDBE035}" dt="2026-04-05T14:03:05.176" v="55" actId="14100"/>
          <ac:spMkLst>
            <pc:docMk/>
            <pc:sldMk cId="120952539" sldId="282"/>
            <ac:spMk id="6" creationId="{3A9108A5-FE1C-564B-531E-516843268256}"/>
          </ac:spMkLst>
        </pc:spChg>
      </pc:sldChg>
      <pc:sldChg chg="addSp delSp modSp">
        <pc:chgData name="NAMUUNZUL ERDENEBAATAR" userId="S::b221930006@must.edu.mn::6d69a1cd-e093-46a3-9d39-a898d69392f7" providerId="AD" clId="Web-{3A62D3DF-3BA8-4794-0E2A-6B80CDDBE035}" dt="2026-04-05T14:09:47.222" v="213" actId="20577"/>
        <pc:sldMkLst>
          <pc:docMk/>
          <pc:sldMk cId="816551241" sldId="304"/>
        </pc:sldMkLst>
        <pc:spChg chg="add mod">
          <ac:chgData name="NAMUUNZUL ERDENEBAATAR" userId="S::b221930006@must.edu.mn::6d69a1cd-e093-46a3-9d39-a898d69392f7" providerId="AD" clId="Web-{3A62D3DF-3BA8-4794-0E2A-6B80CDDBE035}" dt="2026-04-05T14:09:47.222" v="213" actId="20577"/>
          <ac:spMkLst>
            <pc:docMk/>
            <pc:sldMk cId="816551241" sldId="304"/>
            <ac:spMk id="8" creationId="{D35F6AC1-3412-2629-A0B2-C38501A41F06}"/>
          </ac:spMkLst>
        </pc:spChg>
        <pc:spChg chg="mod">
          <ac:chgData name="NAMUUNZUL ERDENEBAATAR" userId="S::b221930006@must.edu.mn::6d69a1cd-e093-46a3-9d39-a898d69392f7" providerId="AD" clId="Web-{3A62D3DF-3BA8-4794-0E2A-6B80CDDBE035}" dt="2026-04-05T14:03:42.006" v="59" actId="1076"/>
          <ac:spMkLst>
            <pc:docMk/>
            <pc:sldMk cId="816551241" sldId="304"/>
            <ac:spMk id="95" creationId="{00000000-0000-0000-0000-000000000000}"/>
          </ac:spMkLst>
        </pc:spChg>
        <pc:picChg chg="add mod">
          <ac:chgData name="NAMUUNZUL ERDENEBAATAR" userId="S::b221930006@must.edu.mn::6d69a1cd-e093-46a3-9d39-a898d69392f7" providerId="AD" clId="Web-{3A62D3DF-3BA8-4794-0E2A-6B80CDDBE035}" dt="2026-04-05T14:04:38.494" v="67" actId="14100"/>
          <ac:picMkLst>
            <pc:docMk/>
            <pc:sldMk cId="816551241" sldId="304"/>
            <ac:picMk id="4" creationId="{96B273C5-2C87-F79B-44FD-2DC2458FAFA6}"/>
          </ac:picMkLst>
        </pc:picChg>
      </pc:sldChg>
      <pc:sldChg chg="addSp delSp modSp">
        <pc:chgData name="NAMUUNZUL ERDENEBAATAR" userId="S::b221930006@must.edu.mn::6d69a1cd-e093-46a3-9d39-a898d69392f7" providerId="AD" clId="Web-{3A62D3DF-3BA8-4794-0E2A-6B80CDDBE035}" dt="2026-04-05T14:11:49.520" v="256" actId="1076"/>
        <pc:sldMkLst>
          <pc:docMk/>
          <pc:sldMk cId="1081065154" sldId="318"/>
        </pc:sldMkLst>
        <pc:spChg chg="add mod">
          <ac:chgData name="NAMUUNZUL ERDENEBAATAR" userId="S::b221930006@must.edu.mn::6d69a1cd-e093-46a3-9d39-a898d69392f7" providerId="AD" clId="Web-{3A62D3DF-3BA8-4794-0E2A-6B80CDDBE035}" dt="2026-04-05T14:11:49.520" v="256" actId="1076"/>
          <ac:spMkLst>
            <pc:docMk/>
            <pc:sldMk cId="1081065154" sldId="318"/>
            <ac:spMk id="7" creationId="{C3A8ACFE-690E-C92A-8D23-644FE5102790}"/>
          </ac:spMkLst>
        </pc:spChg>
        <pc:spChg chg="add del mod">
          <ac:chgData name="NAMUUNZUL ERDENEBAATAR" userId="S::b221930006@must.edu.mn::6d69a1cd-e093-46a3-9d39-a898d69392f7" providerId="AD" clId="Web-{3A62D3DF-3BA8-4794-0E2A-6B80CDDBE035}" dt="2026-04-05T14:10:49.175" v="224" actId="20577"/>
          <ac:spMkLst>
            <pc:docMk/>
            <pc:sldMk cId="1081065154" sldId="318"/>
            <ac:spMk id="95" creationId="{273E6F87-6D34-1783-A3B4-43A161F79259}"/>
          </ac:spMkLst>
        </pc:spChg>
      </pc:sldChg>
      <pc:sldChg chg="addSp delSp modSp">
        <pc:chgData name="NAMUUNZUL ERDENEBAATAR" userId="S::b221930006@must.edu.mn::6d69a1cd-e093-46a3-9d39-a898d69392f7" providerId="AD" clId="Web-{3A62D3DF-3BA8-4794-0E2A-6B80CDDBE035}" dt="2026-04-05T14:17:36.021" v="435" actId="20577"/>
        <pc:sldMkLst>
          <pc:docMk/>
          <pc:sldMk cId="2780544783" sldId="319"/>
        </pc:sldMkLst>
        <pc:spChg chg="add mod">
          <ac:chgData name="NAMUUNZUL ERDENEBAATAR" userId="S::b221930006@must.edu.mn::6d69a1cd-e093-46a3-9d39-a898d69392f7" providerId="AD" clId="Web-{3A62D3DF-3BA8-4794-0E2A-6B80CDDBE035}" dt="2026-04-05T14:14:29.504" v="319" actId="20577"/>
          <ac:spMkLst>
            <pc:docMk/>
            <pc:sldMk cId="2780544783" sldId="319"/>
            <ac:spMk id="4" creationId="{F2BBFB0A-EE7B-4367-1976-DD549F5FA27D}"/>
          </ac:spMkLst>
        </pc:spChg>
        <pc:spChg chg="add mod">
          <ac:chgData name="NAMUUNZUL ERDENEBAATAR" userId="S::b221930006@must.edu.mn::6d69a1cd-e093-46a3-9d39-a898d69392f7" providerId="AD" clId="Web-{3A62D3DF-3BA8-4794-0E2A-6B80CDDBE035}" dt="2026-04-05T14:16:19.927" v="384" actId="1076"/>
          <ac:spMkLst>
            <pc:docMk/>
            <pc:sldMk cId="2780544783" sldId="319"/>
            <ac:spMk id="8" creationId="{84685802-F3A3-704C-9968-21977157CC74}"/>
          </ac:spMkLst>
        </pc:spChg>
        <pc:spChg chg="add mod">
          <ac:chgData name="NAMUUNZUL ERDENEBAATAR" userId="S::b221930006@must.edu.mn::6d69a1cd-e093-46a3-9d39-a898d69392f7" providerId="AD" clId="Web-{3A62D3DF-3BA8-4794-0E2A-6B80CDDBE035}" dt="2026-04-05T14:17:36.021" v="435" actId="20577"/>
          <ac:spMkLst>
            <pc:docMk/>
            <pc:sldMk cId="2780544783" sldId="319"/>
            <ac:spMk id="9" creationId="{2C09E716-5769-1D9B-B04A-FFA4416EDBB5}"/>
          </ac:spMkLst>
        </pc:spChg>
        <pc:spChg chg="mod">
          <ac:chgData name="NAMUUNZUL ERDENEBAATAR" userId="S::b221930006@must.edu.mn::6d69a1cd-e093-46a3-9d39-a898d69392f7" providerId="AD" clId="Web-{3A62D3DF-3BA8-4794-0E2A-6B80CDDBE035}" dt="2026-04-05T14:12:18.238" v="264" actId="1076"/>
          <ac:spMkLst>
            <pc:docMk/>
            <pc:sldMk cId="2780544783" sldId="319"/>
            <ac:spMk id="95" creationId="{0E2A42B5-7BED-1A8E-8B02-F2A9CD0BA178}"/>
          </ac:spMkLst>
        </pc:spChg>
      </pc:sldChg>
      <pc:sldChg chg="addSp modSp">
        <pc:chgData name="NAMUUNZUL ERDENEBAATAR" userId="S::b221930006@must.edu.mn::6d69a1cd-e093-46a3-9d39-a898d69392f7" providerId="AD" clId="Web-{3A62D3DF-3BA8-4794-0E2A-6B80CDDBE035}" dt="2026-04-05T14:20:43.428" v="500" actId="20577"/>
        <pc:sldMkLst>
          <pc:docMk/>
          <pc:sldMk cId="2732715958" sldId="320"/>
        </pc:sldMkLst>
        <pc:spChg chg="add mod">
          <ac:chgData name="NAMUUNZUL ERDENEBAATAR" userId="S::b221930006@must.edu.mn::6d69a1cd-e093-46a3-9d39-a898d69392f7" providerId="AD" clId="Web-{3A62D3DF-3BA8-4794-0E2A-6B80CDDBE035}" dt="2026-04-05T14:20:43.428" v="500" actId="20577"/>
          <ac:spMkLst>
            <pc:docMk/>
            <pc:sldMk cId="2732715958" sldId="320"/>
            <ac:spMk id="2" creationId="{9F2450A9-2D42-C767-A3A5-2732406E9AB3}"/>
          </ac:spMkLst>
        </pc:spChg>
        <pc:spChg chg="mod">
          <ac:chgData name="NAMUUNZUL ERDENEBAATAR" userId="S::b221930006@must.edu.mn::6d69a1cd-e093-46a3-9d39-a898d69392f7" providerId="AD" clId="Web-{3A62D3DF-3BA8-4794-0E2A-6B80CDDBE035}" dt="2026-04-05T14:18:44.834" v="445" actId="1076"/>
          <ac:spMkLst>
            <pc:docMk/>
            <pc:sldMk cId="2732715958" sldId="320"/>
            <ac:spMk id="95" creationId="{2A1F8B28-1224-5796-878C-DD04D2132AEE}"/>
          </ac:spMkLst>
        </pc:spChg>
      </pc:sldChg>
      <pc:sldChg chg="modSp">
        <pc:chgData name="NAMUUNZUL ERDENEBAATAR" userId="S::b221930006@must.edu.mn::6d69a1cd-e093-46a3-9d39-a898d69392f7" providerId="AD" clId="Web-{3A62D3DF-3BA8-4794-0E2A-6B80CDDBE035}" dt="2026-04-05T14:21:17.756" v="509" actId="1076"/>
        <pc:sldMkLst>
          <pc:docMk/>
          <pc:sldMk cId="289447338" sldId="321"/>
        </pc:sldMkLst>
        <pc:spChg chg="mod">
          <ac:chgData name="NAMUUNZUL ERDENEBAATAR" userId="S::b221930006@must.edu.mn::6d69a1cd-e093-46a3-9d39-a898d69392f7" providerId="AD" clId="Web-{3A62D3DF-3BA8-4794-0E2A-6B80CDDBE035}" dt="2026-04-05T14:21:17.756" v="509" actId="1076"/>
          <ac:spMkLst>
            <pc:docMk/>
            <pc:sldMk cId="289447338" sldId="321"/>
            <ac:spMk id="95" creationId="{A75CF96D-C068-7310-283A-E5CE34841823}"/>
          </ac:spMkLst>
        </pc:spChg>
      </pc:sldChg>
    </pc:docChg>
  </pc:docChgLst>
  <pc:docChgLst>
    <pc:chgData name="NAMUUNZUL ERDENEBAATAR" userId="6d69a1cd-e093-46a3-9d39-a898d69392f7" providerId="ADAL" clId="{C531EA00-CBF7-4F25-9387-24A3A171FCFD}"/>
    <pc:docChg chg="undo custSel addSld delSld modSld sldOrd">
      <pc:chgData name="NAMUUNZUL ERDENEBAATAR" userId="6d69a1cd-e093-46a3-9d39-a898d69392f7" providerId="ADAL" clId="{C531EA00-CBF7-4F25-9387-24A3A171FCFD}" dt="2026-04-08T03:14:07.614" v="735" actId="1076"/>
      <pc:docMkLst>
        <pc:docMk/>
      </pc:docMkLst>
      <pc:sldChg chg="modSp">
        <pc:chgData name="NAMUUNZUL ERDENEBAATAR" userId="6d69a1cd-e093-46a3-9d39-a898d69392f7" providerId="ADAL" clId="{C531EA00-CBF7-4F25-9387-24A3A171FCFD}" dt="2026-04-08T02:25:05.587" v="123"/>
        <pc:sldMkLst>
          <pc:docMk/>
          <pc:sldMk cId="120952539" sldId="282"/>
        </pc:sldMkLst>
        <pc:spChg chg="mod">
          <ac:chgData name="NAMUUNZUL ERDENEBAATAR" userId="6d69a1cd-e093-46a3-9d39-a898d69392f7" providerId="ADAL" clId="{C531EA00-CBF7-4F25-9387-24A3A171FCFD}" dt="2026-04-08T02:25:05.587" v="123"/>
          <ac:spMkLst>
            <pc:docMk/>
            <pc:sldMk cId="120952539" sldId="282"/>
            <ac:spMk id="6" creationId="{3A9108A5-FE1C-564B-531E-516843268256}"/>
          </ac:spMkLst>
        </pc:spChg>
      </pc:sldChg>
      <pc:sldChg chg="modSp mod">
        <pc:chgData name="NAMUUNZUL ERDENEBAATAR" userId="6d69a1cd-e093-46a3-9d39-a898d69392f7" providerId="ADAL" clId="{C531EA00-CBF7-4F25-9387-24A3A171FCFD}" dt="2026-04-08T02:27:19.044" v="141" actId="20577"/>
        <pc:sldMkLst>
          <pc:docMk/>
          <pc:sldMk cId="816551241" sldId="304"/>
        </pc:sldMkLst>
        <pc:spChg chg="mod">
          <ac:chgData name="NAMUUNZUL ERDENEBAATAR" userId="6d69a1cd-e093-46a3-9d39-a898d69392f7" providerId="ADAL" clId="{C531EA00-CBF7-4F25-9387-24A3A171FCFD}" dt="2026-04-08T02:27:19.044" v="141" actId="20577"/>
          <ac:spMkLst>
            <pc:docMk/>
            <pc:sldMk cId="816551241" sldId="304"/>
            <ac:spMk id="3" creationId="{5F56F0A5-7DDB-4E24-A152-6CC272AA5BFA}"/>
          </ac:spMkLst>
        </pc:spChg>
        <pc:spChg chg="mod">
          <ac:chgData name="NAMUUNZUL ERDENEBAATAR" userId="6d69a1cd-e093-46a3-9d39-a898d69392f7" providerId="ADAL" clId="{C531EA00-CBF7-4F25-9387-24A3A171FCFD}" dt="2026-04-08T02:27:12.780" v="138" actId="20577"/>
          <ac:spMkLst>
            <pc:docMk/>
            <pc:sldMk cId="816551241" sldId="304"/>
            <ac:spMk id="8" creationId="{D35F6AC1-3412-2629-A0B2-C38501A41F06}"/>
          </ac:spMkLst>
        </pc:spChg>
      </pc:sldChg>
      <pc:sldChg chg="modSp mod">
        <pc:chgData name="NAMUUNZUL ERDENEBAATAR" userId="6d69a1cd-e093-46a3-9d39-a898d69392f7" providerId="ADAL" clId="{C531EA00-CBF7-4F25-9387-24A3A171FCFD}" dt="2026-04-08T03:01:28.774" v="618" actId="20577"/>
        <pc:sldMkLst>
          <pc:docMk/>
          <pc:sldMk cId="1081065154" sldId="318"/>
        </pc:sldMkLst>
        <pc:spChg chg="mod">
          <ac:chgData name="NAMUUNZUL ERDENEBAATAR" userId="6d69a1cd-e093-46a3-9d39-a898d69392f7" providerId="ADAL" clId="{C531EA00-CBF7-4F25-9387-24A3A171FCFD}" dt="2026-04-08T03:00:55.224" v="610" actId="20577"/>
          <ac:spMkLst>
            <pc:docMk/>
            <pc:sldMk cId="1081065154" sldId="318"/>
            <ac:spMk id="7" creationId="{C3A8ACFE-690E-C92A-8D23-644FE5102790}"/>
          </ac:spMkLst>
        </pc:spChg>
        <pc:spChg chg="mod">
          <ac:chgData name="NAMUUNZUL ERDENEBAATAR" userId="6d69a1cd-e093-46a3-9d39-a898d69392f7" providerId="ADAL" clId="{C531EA00-CBF7-4F25-9387-24A3A171FCFD}" dt="2026-04-08T03:01:28.774" v="618" actId="20577"/>
          <ac:spMkLst>
            <pc:docMk/>
            <pc:sldMk cId="1081065154" sldId="318"/>
            <ac:spMk id="95" creationId="{273E6F87-6D34-1783-A3B4-43A161F79259}"/>
          </ac:spMkLst>
        </pc:spChg>
      </pc:sldChg>
      <pc:sldChg chg="modSp mod">
        <pc:chgData name="NAMUUNZUL ERDENEBAATAR" userId="6d69a1cd-e093-46a3-9d39-a898d69392f7" providerId="ADAL" clId="{C531EA00-CBF7-4F25-9387-24A3A171FCFD}" dt="2026-04-08T03:01:33.403" v="621" actId="20577"/>
        <pc:sldMkLst>
          <pc:docMk/>
          <pc:sldMk cId="2780544783" sldId="319"/>
        </pc:sldMkLst>
        <pc:spChg chg="mod">
          <ac:chgData name="NAMUUNZUL ERDENEBAATAR" userId="6d69a1cd-e093-46a3-9d39-a898d69392f7" providerId="ADAL" clId="{C531EA00-CBF7-4F25-9387-24A3A171FCFD}" dt="2026-04-08T02:31:24.981" v="229"/>
          <ac:spMkLst>
            <pc:docMk/>
            <pc:sldMk cId="2780544783" sldId="319"/>
            <ac:spMk id="4" creationId="{F2BBFB0A-EE7B-4367-1976-DD549F5FA27D}"/>
          </ac:spMkLst>
        </pc:spChg>
        <pc:spChg chg="mod">
          <ac:chgData name="NAMUUNZUL ERDENEBAATAR" userId="6d69a1cd-e093-46a3-9d39-a898d69392f7" providerId="ADAL" clId="{C531EA00-CBF7-4F25-9387-24A3A171FCFD}" dt="2026-04-08T02:31:44.111" v="251" actId="20577"/>
          <ac:spMkLst>
            <pc:docMk/>
            <pc:sldMk cId="2780544783" sldId="319"/>
            <ac:spMk id="8" creationId="{84685802-F3A3-704C-9968-21977157CC74}"/>
          </ac:spMkLst>
        </pc:spChg>
        <pc:spChg chg="mod">
          <ac:chgData name="NAMUUNZUL ERDENEBAATAR" userId="6d69a1cd-e093-46a3-9d39-a898d69392f7" providerId="ADAL" clId="{C531EA00-CBF7-4F25-9387-24A3A171FCFD}" dt="2026-04-08T02:33:15.736" v="264" actId="5793"/>
          <ac:spMkLst>
            <pc:docMk/>
            <pc:sldMk cId="2780544783" sldId="319"/>
            <ac:spMk id="9" creationId="{2C09E716-5769-1D9B-B04A-FFA4416EDBB5}"/>
          </ac:spMkLst>
        </pc:spChg>
        <pc:spChg chg="mod">
          <ac:chgData name="NAMUUNZUL ERDENEBAATAR" userId="6d69a1cd-e093-46a3-9d39-a898d69392f7" providerId="ADAL" clId="{C531EA00-CBF7-4F25-9387-24A3A171FCFD}" dt="2026-04-08T03:01:33.403" v="621" actId="20577"/>
          <ac:spMkLst>
            <pc:docMk/>
            <pc:sldMk cId="2780544783" sldId="319"/>
            <ac:spMk id="95" creationId="{0E2A42B5-7BED-1A8E-8B02-F2A9CD0BA178}"/>
          </ac:spMkLst>
        </pc:spChg>
      </pc:sldChg>
      <pc:sldChg chg="modSp mod">
        <pc:chgData name="NAMUUNZUL ERDENEBAATAR" userId="6d69a1cd-e093-46a3-9d39-a898d69392f7" providerId="ADAL" clId="{C531EA00-CBF7-4F25-9387-24A3A171FCFD}" dt="2026-04-08T03:01:36.313" v="627" actId="20577"/>
        <pc:sldMkLst>
          <pc:docMk/>
          <pc:sldMk cId="2732715958" sldId="320"/>
        </pc:sldMkLst>
        <pc:spChg chg="mod">
          <ac:chgData name="NAMUUNZUL ERDENEBAATAR" userId="6d69a1cd-e093-46a3-9d39-a898d69392f7" providerId="ADAL" clId="{C531EA00-CBF7-4F25-9387-24A3A171FCFD}" dt="2026-04-08T03:01:36.313" v="627" actId="20577"/>
          <ac:spMkLst>
            <pc:docMk/>
            <pc:sldMk cId="2732715958" sldId="320"/>
            <ac:spMk id="95" creationId="{2A1F8B28-1224-5796-878C-DD04D2132AEE}"/>
          </ac:spMkLst>
        </pc:spChg>
      </pc:sldChg>
      <pc:sldChg chg="addSp modSp mod">
        <pc:chgData name="NAMUUNZUL ERDENEBAATAR" userId="6d69a1cd-e093-46a3-9d39-a898d69392f7" providerId="ADAL" clId="{C531EA00-CBF7-4F25-9387-24A3A171FCFD}" dt="2026-04-08T03:04:00.642" v="647" actId="12"/>
        <pc:sldMkLst>
          <pc:docMk/>
          <pc:sldMk cId="289447338" sldId="321"/>
        </pc:sldMkLst>
        <pc:spChg chg="add mod">
          <ac:chgData name="NAMUUNZUL ERDENEBAATAR" userId="6d69a1cd-e093-46a3-9d39-a898d69392f7" providerId="ADAL" clId="{C531EA00-CBF7-4F25-9387-24A3A171FCFD}" dt="2026-04-08T03:04:00.642" v="647" actId="12"/>
          <ac:spMkLst>
            <pc:docMk/>
            <pc:sldMk cId="289447338" sldId="321"/>
            <ac:spMk id="7" creationId="{B31264F5-51C1-8560-4C31-0F2155B7C4EA}"/>
          </ac:spMkLst>
        </pc:spChg>
        <pc:spChg chg="mod">
          <ac:chgData name="NAMUUNZUL ERDENEBAATAR" userId="6d69a1cd-e093-46a3-9d39-a898d69392f7" providerId="ADAL" clId="{C531EA00-CBF7-4F25-9387-24A3A171FCFD}" dt="2026-04-08T03:01:38.652" v="630" actId="20577"/>
          <ac:spMkLst>
            <pc:docMk/>
            <pc:sldMk cId="289447338" sldId="321"/>
            <ac:spMk id="95" creationId="{A75CF96D-C068-7310-283A-E5CE34841823}"/>
          </ac:spMkLst>
        </pc:spChg>
        <pc:picChg chg="add mod">
          <ac:chgData name="NAMUUNZUL ERDENEBAATAR" userId="6d69a1cd-e093-46a3-9d39-a898d69392f7" providerId="ADAL" clId="{C531EA00-CBF7-4F25-9387-24A3A171FCFD}" dt="2026-04-07T02:56:01.441" v="2" actId="1076"/>
          <ac:picMkLst>
            <pc:docMk/>
            <pc:sldMk cId="289447338" sldId="321"/>
            <ac:picMk id="4" creationId="{23D58A41-3746-4038-6CC7-FC6FAE8F3E7D}"/>
          </ac:picMkLst>
        </pc:picChg>
      </pc:sldChg>
      <pc:sldChg chg="addSp delSp modSp mod setBg">
        <pc:chgData name="NAMUUNZUL ERDENEBAATAR" userId="6d69a1cd-e093-46a3-9d39-a898d69392f7" providerId="ADAL" clId="{C531EA00-CBF7-4F25-9387-24A3A171FCFD}" dt="2026-04-08T03:13:39.153" v="729" actId="20577"/>
        <pc:sldMkLst>
          <pc:docMk/>
          <pc:sldMk cId="3554548825" sldId="322"/>
        </pc:sldMkLst>
        <pc:spChg chg="mod ord">
          <ac:chgData name="NAMUUNZUL ERDENEBAATAR" userId="6d69a1cd-e093-46a3-9d39-a898d69392f7" providerId="ADAL" clId="{C531EA00-CBF7-4F25-9387-24A3A171FCFD}" dt="2026-04-07T03:50:08.502" v="37" actId="1076"/>
          <ac:spMkLst>
            <pc:docMk/>
            <pc:sldMk cId="3554548825" sldId="322"/>
            <ac:spMk id="3" creationId="{8386D01A-BAAB-B87B-08C7-7074CE34AA06}"/>
          </ac:spMkLst>
        </pc:spChg>
        <pc:spChg chg="mod">
          <ac:chgData name="NAMUUNZUL ERDENEBAATAR" userId="6d69a1cd-e093-46a3-9d39-a898d69392f7" providerId="ADAL" clId="{C531EA00-CBF7-4F25-9387-24A3A171FCFD}" dt="2026-04-07T03:45:38.301" v="18" actId="26606"/>
          <ac:spMkLst>
            <pc:docMk/>
            <pc:sldMk cId="3554548825" sldId="322"/>
            <ac:spMk id="5" creationId="{CD6BA80D-8BBB-2E80-6635-43598EE9C864}"/>
          </ac:spMkLst>
        </pc:spChg>
        <pc:spChg chg="mod">
          <ac:chgData name="NAMUUNZUL ERDENEBAATAR" userId="6d69a1cd-e093-46a3-9d39-a898d69392f7" providerId="ADAL" clId="{C531EA00-CBF7-4F25-9387-24A3A171FCFD}" dt="2026-04-07T03:45:38.301" v="18" actId="26606"/>
          <ac:spMkLst>
            <pc:docMk/>
            <pc:sldMk cId="3554548825" sldId="322"/>
            <ac:spMk id="6" creationId="{3DE1E678-D77C-4AE6-A408-410D832914C8}"/>
          </ac:spMkLst>
        </pc:spChg>
        <pc:spChg chg="mod">
          <ac:chgData name="NAMUUNZUL ERDENEBAATAR" userId="6d69a1cd-e093-46a3-9d39-a898d69392f7" providerId="ADAL" clId="{C531EA00-CBF7-4F25-9387-24A3A171FCFD}" dt="2026-04-08T03:13:39.153" v="729" actId="20577"/>
          <ac:spMkLst>
            <pc:docMk/>
            <pc:sldMk cId="3554548825" sldId="322"/>
            <ac:spMk id="95" creationId="{D486D295-A8C1-4407-49E5-17314D042409}"/>
          </ac:spMkLst>
        </pc:spChg>
        <pc:spChg chg="add del">
          <ac:chgData name="NAMUUNZUL ERDENEBAATAR" userId="6d69a1cd-e093-46a3-9d39-a898d69392f7" providerId="ADAL" clId="{C531EA00-CBF7-4F25-9387-24A3A171FCFD}" dt="2026-04-07T03:45:38.301" v="18" actId="26606"/>
          <ac:spMkLst>
            <pc:docMk/>
            <pc:sldMk cId="3554548825" sldId="322"/>
            <ac:spMk id="100" creationId="{A4AC5506-6312-4701-8D3C-40187889A947}"/>
          </ac:spMkLst>
        </pc:spChg>
        <pc:picChg chg="add mod ord">
          <ac:chgData name="NAMUUNZUL ERDENEBAATAR" userId="6d69a1cd-e093-46a3-9d39-a898d69392f7" providerId="ADAL" clId="{C531EA00-CBF7-4F25-9387-24A3A171FCFD}" dt="2026-04-08T03:05:58.739" v="688" actId="1076"/>
          <ac:picMkLst>
            <pc:docMk/>
            <pc:sldMk cId="3554548825" sldId="322"/>
            <ac:picMk id="4" creationId="{1CC818A0-D45C-5FE5-BB95-572C4146BA51}"/>
          </ac:picMkLst>
        </pc:picChg>
        <pc:picChg chg="add mod">
          <ac:chgData name="NAMUUNZUL ERDENEBAATAR" userId="6d69a1cd-e093-46a3-9d39-a898d69392f7" providerId="ADAL" clId="{C531EA00-CBF7-4F25-9387-24A3A171FCFD}" dt="2026-04-08T03:05:57.124" v="687" actId="1076"/>
          <ac:picMkLst>
            <pc:docMk/>
            <pc:sldMk cId="3554548825" sldId="322"/>
            <ac:picMk id="8" creationId="{8F31B877-6586-4C98-3B51-148550C75399}"/>
          </ac:picMkLst>
        </pc:picChg>
        <pc:picChg chg="add mod">
          <ac:chgData name="NAMUUNZUL ERDENEBAATAR" userId="6d69a1cd-e093-46a3-9d39-a898d69392f7" providerId="ADAL" clId="{C531EA00-CBF7-4F25-9387-24A3A171FCFD}" dt="2026-04-08T02:41:17.775" v="592" actId="1076"/>
          <ac:picMkLst>
            <pc:docMk/>
            <pc:sldMk cId="3554548825" sldId="322"/>
            <ac:picMk id="10" creationId="{6032D333-5F05-06CA-EC29-0EE7F4E128E8}"/>
          </ac:picMkLst>
        </pc:picChg>
      </pc:sldChg>
      <pc:sldChg chg="modSp mod ord">
        <pc:chgData name="NAMUUNZUL ERDENEBAATAR" userId="6d69a1cd-e093-46a3-9d39-a898d69392f7" providerId="ADAL" clId="{C531EA00-CBF7-4F25-9387-24A3A171FCFD}" dt="2026-04-08T03:05:06.498" v="684" actId="207"/>
        <pc:sldMkLst>
          <pc:docMk/>
          <pc:sldMk cId="1240752525" sldId="323"/>
        </pc:sldMkLst>
        <pc:spChg chg="mod">
          <ac:chgData name="NAMUUNZUL ERDENEBAATAR" userId="6d69a1cd-e093-46a3-9d39-a898d69392f7" providerId="ADAL" clId="{C531EA00-CBF7-4F25-9387-24A3A171FCFD}" dt="2026-04-08T03:05:06.498" v="684" actId="207"/>
          <ac:spMkLst>
            <pc:docMk/>
            <pc:sldMk cId="1240752525" sldId="323"/>
            <ac:spMk id="3" creationId="{26AED4FA-953E-3832-ABA8-0C2F2591404F}"/>
          </ac:spMkLst>
        </pc:spChg>
        <pc:spChg chg="mod">
          <ac:chgData name="NAMUUNZUL ERDENEBAATAR" userId="6d69a1cd-e093-46a3-9d39-a898d69392f7" providerId="ADAL" clId="{C531EA00-CBF7-4F25-9387-24A3A171FCFD}" dt="2026-04-08T03:04:11.270" v="648" actId="20577"/>
          <ac:spMkLst>
            <pc:docMk/>
            <pc:sldMk cId="1240752525" sldId="323"/>
            <ac:spMk id="95" creationId="{E8E3C26E-083F-4958-08F9-8C3CCA709AB7}"/>
          </ac:spMkLst>
        </pc:spChg>
      </pc:sldChg>
      <pc:sldChg chg="addSp delSp modSp mod ord">
        <pc:chgData name="NAMUUNZUL ERDENEBAATAR" userId="6d69a1cd-e093-46a3-9d39-a898d69392f7" providerId="ADAL" clId="{C531EA00-CBF7-4F25-9387-24A3A171FCFD}" dt="2026-04-08T03:05:44.876" v="686"/>
        <pc:sldMkLst>
          <pc:docMk/>
          <pc:sldMk cId="3038117597" sldId="324"/>
        </pc:sldMkLst>
        <pc:spChg chg="mod">
          <ac:chgData name="NAMUUNZUL ERDENEBAATAR" userId="6d69a1cd-e093-46a3-9d39-a898d69392f7" providerId="ADAL" clId="{C531EA00-CBF7-4F25-9387-24A3A171FCFD}" dt="2026-04-08T03:05:44.876" v="686"/>
          <ac:spMkLst>
            <pc:docMk/>
            <pc:sldMk cId="3038117597" sldId="324"/>
            <ac:spMk id="95" creationId="{CEB29AE4-AF5F-36B5-3A95-A4EA43D60CB8}"/>
          </ac:spMkLst>
        </pc:spChg>
        <pc:graphicFrameChg chg="add mod modGraphic">
          <ac:chgData name="NAMUUNZUL ERDENEBAATAR" userId="6d69a1cd-e093-46a3-9d39-a898d69392f7" providerId="ADAL" clId="{C531EA00-CBF7-4F25-9387-24A3A171FCFD}" dt="2026-04-08T02:39:23.209" v="564" actId="1076"/>
          <ac:graphicFrameMkLst>
            <pc:docMk/>
            <pc:sldMk cId="3038117597" sldId="324"/>
            <ac:graphicFrameMk id="2" creationId="{267A9984-17EE-DA99-109D-05C4C09FB30A}"/>
          </ac:graphicFrameMkLst>
        </pc:graphicFrameChg>
        <pc:picChg chg="add del mod">
          <ac:chgData name="NAMUUNZUL ERDENEBAATAR" userId="6d69a1cd-e093-46a3-9d39-a898d69392f7" providerId="ADAL" clId="{C531EA00-CBF7-4F25-9387-24A3A171FCFD}" dt="2026-04-08T02:39:05.954" v="560" actId="478"/>
          <ac:picMkLst>
            <pc:docMk/>
            <pc:sldMk cId="3038117597" sldId="324"/>
            <ac:picMk id="7" creationId="{9C3D7D0C-07D4-9CCE-83BB-FDED4D51F462}"/>
          </ac:picMkLst>
        </pc:picChg>
        <pc:picChg chg="add mod">
          <ac:chgData name="NAMUUNZUL ERDENEBAATAR" userId="6d69a1cd-e093-46a3-9d39-a898d69392f7" providerId="ADAL" clId="{C531EA00-CBF7-4F25-9387-24A3A171FCFD}" dt="2026-04-08T02:39:25.970" v="565" actId="1076"/>
          <ac:picMkLst>
            <pc:docMk/>
            <pc:sldMk cId="3038117597" sldId="324"/>
            <ac:picMk id="9" creationId="{FA11BD8C-12F1-AB47-93E7-94EB2528C953}"/>
          </ac:picMkLst>
        </pc:picChg>
      </pc:sldChg>
      <pc:sldChg chg="addSp modSp mod ord">
        <pc:chgData name="NAMUUNZUL ERDENEBAATAR" userId="6d69a1cd-e093-46a3-9d39-a898d69392f7" providerId="ADAL" clId="{C531EA00-CBF7-4F25-9387-24A3A171FCFD}" dt="2026-04-08T03:02:45.388" v="644" actId="20577"/>
        <pc:sldMkLst>
          <pc:docMk/>
          <pc:sldMk cId="1757260242" sldId="325"/>
        </pc:sldMkLst>
        <pc:spChg chg="add">
          <ac:chgData name="NAMUUNZUL ERDENEBAATAR" userId="6d69a1cd-e093-46a3-9d39-a898d69392f7" providerId="ADAL" clId="{C531EA00-CBF7-4F25-9387-24A3A171FCFD}" dt="2026-04-08T03:01:48.818" v="631"/>
          <ac:spMkLst>
            <pc:docMk/>
            <pc:sldMk cId="1757260242" sldId="325"/>
            <ac:spMk id="2" creationId="{09865AD3-C966-A48B-3213-459E723F22FC}"/>
          </ac:spMkLst>
        </pc:spChg>
        <pc:spChg chg="mod">
          <ac:chgData name="NAMUUNZUL ERDENEBAATAR" userId="6d69a1cd-e093-46a3-9d39-a898d69392f7" providerId="ADAL" clId="{C531EA00-CBF7-4F25-9387-24A3A171FCFD}" dt="2026-04-08T03:02:44.160" v="643" actId="1076"/>
          <ac:spMkLst>
            <pc:docMk/>
            <pc:sldMk cId="1757260242" sldId="325"/>
            <ac:spMk id="3" creationId="{390A3D84-068D-3D01-EBCA-B07CF2FB47C4}"/>
          </ac:spMkLst>
        </pc:spChg>
        <pc:spChg chg="add mod">
          <ac:chgData name="NAMUUNZUL ERDENEBAATAR" userId="6d69a1cd-e093-46a3-9d39-a898d69392f7" providerId="ADAL" clId="{C531EA00-CBF7-4F25-9387-24A3A171FCFD}" dt="2026-04-08T03:02:45.388" v="644" actId="20577"/>
          <ac:spMkLst>
            <pc:docMk/>
            <pc:sldMk cId="1757260242" sldId="325"/>
            <ac:spMk id="4" creationId="{78CBC98D-D345-D546-E725-D49F1DC20516}"/>
          </ac:spMkLst>
        </pc:spChg>
        <pc:spChg chg="mod">
          <ac:chgData name="NAMUUNZUL ERDENEBAATAR" userId="6d69a1cd-e093-46a3-9d39-a898d69392f7" providerId="ADAL" clId="{C531EA00-CBF7-4F25-9387-24A3A171FCFD}" dt="2026-04-08T03:01:21.268" v="614"/>
          <ac:spMkLst>
            <pc:docMk/>
            <pc:sldMk cId="1757260242" sldId="325"/>
            <ac:spMk id="95" creationId="{9D655BC1-DE2D-A63B-CB0F-47FC2A1A8C42}"/>
          </ac:spMkLst>
        </pc:spChg>
      </pc:sldChg>
      <pc:sldChg chg="modSp mod ord">
        <pc:chgData name="NAMUUNZUL ERDENEBAATAR" userId="6d69a1cd-e093-46a3-9d39-a898d69392f7" providerId="ADAL" clId="{C531EA00-CBF7-4F25-9387-24A3A171FCFD}" dt="2026-04-08T03:13:43.348" v="732" actId="20577"/>
        <pc:sldMkLst>
          <pc:docMk/>
          <pc:sldMk cId="2220896326" sldId="326"/>
        </pc:sldMkLst>
        <pc:spChg chg="mod">
          <ac:chgData name="NAMUUNZUL ERDENEBAATAR" userId="6d69a1cd-e093-46a3-9d39-a898d69392f7" providerId="ADAL" clId="{C531EA00-CBF7-4F25-9387-24A3A171FCFD}" dt="2026-04-08T03:07:36.490" v="721" actId="20577"/>
          <ac:spMkLst>
            <pc:docMk/>
            <pc:sldMk cId="2220896326" sldId="326"/>
            <ac:spMk id="3" creationId="{944A1B76-A621-333B-7FED-8C230F1ED2E8}"/>
          </ac:spMkLst>
        </pc:spChg>
        <pc:spChg chg="mod">
          <ac:chgData name="NAMUUNZUL ERDENEBAATAR" userId="6d69a1cd-e093-46a3-9d39-a898d69392f7" providerId="ADAL" clId="{C531EA00-CBF7-4F25-9387-24A3A171FCFD}" dt="2026-04-08T03:13:43.348" v="732" actId="20577"/>
          <ac:spMkLst>
            <pc:docMk/>
            <pc:sldMk cId="2220896326" sldId="326"/>
            <ac:spMk id="95" creationId="{0A5AA781-6166-C7B5-B2FB-748D5C94F1DB}"/>
          </ac:spMkLst>
        </pc:spChg>
      </pc:sldChg>
      <pc:sldChg chg="addSp modSp new mod">
        <pc:chgData name="NAMUUNZUL ERDENEBAATAR" userId="6d69a1cd-e093-46a3-9d39-a898d69392f7" providerId="ADAL" clId="{C531EA00-CBF7-4F25-9387-24A3A171FCFD}" dt="2026-04-08T03:14:07.614" v="735" actId="1076"/>
        <pc:sldMkLst>
          <pc:docMk/>
          <pc:sldMk cId="181826436" sldId="327"/>
        </pc:sldMkLst>
        <pc:spChg chg="mod">
          <ac:chgData name="NAMUUNZUL ERDENEBAATAR" userId="6d69a1cd-e093-46a3-9d39-a898d69392f7" providerId="ADAL" clId="{C531EA00-CBF7-4F25-9387-24A3A171FCFD}" dt="2026-04-08T03:14:07.614" v="735" actId="1076"/>
          <ac:spMkLst>
            <pc:docMk/>
            <pc:sldMk cId="181826436" sldId="327"/>
            <ac:spMk id="2" creationId="{8D7D0BB6-CD4F-469D-E2C7-B46E060503A5}"/>
          </ac:spMkLst>
        </pc:spChg>
        <pc:picChg chg="add mod">
          <ac:chgData name="NAMUUNZUL ERDENEBAATAR" userId="6d69a1cd-e093-46a3-9d39-a898d69392f7" providerId="ADAL" clId="{C531EA00-CBF7-4F25-9387-24A3A171FCFD}" dt="2026-04-08T03:14:02.732" v="734" actId="1076"/>
          <ac:picMkLst>
            <pc:docMk/>
            <pc:sldMk cId="181826436" sldId="327"/>
            <ac:picMk id="7" creationId="{52C57410-BD20-723D-EFC2-FE3751DDEA2C}"/>
          </ac:picMkLst>
        </pc:picChg>
      </pc:sldChg>
      <pc:sldChg chg="del">
        <pc:chgData name="NAMUUNZUL ERDENEBAATAR" userId="6d69a1cd-e093-46a3-9d39-a898d69392f7" providerId="ADAL" clId="{C531EA00-CBF7-4F25-9387-24A3A171FCFD}" dt="2026-04-08T03:07:38.489" v="722" actId="47"/>
        <pc:sldMkLst>
          <pc:docMk/>
          <pc:sldMk cId="2513705973" sldId="327"/>
        </pc:sldMkLst>
      </pc:sldChg>
      <pc:sldChg chg="del">
        <pc:chgData name="NAMUUNZUL ERDENEBAATAR" userId="6d69a1cd-e093-46a3-9d39-a898d69392f7" providerId="ADAL" clId="{C531EA00-CBF7-4F25-9387-24A3A171FCFD}" dt="2026-04-08T03:07:39.114" v="723" actId="47"/>
        <pc:sldMkLst>
          <pc:docMk/>
          <pc:sldMk cId="1625522086" sldId="328"/>
        </pc:sldMkLst>
      </pc:sldChg>
      <pc:sldChg chg="del">
        <pc:chgData name="NAMUUNZUL ERDENEBAATAR" userId="6d69a1cd-e093-46a3-9d39-a898d69392f7" providerId="ADAL" clId="{C531EA00-CBF7-4F25-9387-24A3A171FCFD}" dt="2026-04-08T03:07:39.588" v="724" actId="47"/>
        <pc:sldMkLst>
          <pc:docMk/>
          <pc:sldMk cId="1695054259" sldId="32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995E5C-348A-4641-9781-673DDCF1BCA6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0F13BA-F224-488F-97E6-79E220AAD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897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5e4a204c8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5e4a204c8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0951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60fe07664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60fe07664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  <a:tabLst/>
              <a:defRPr/>
            </a:pPr>
            <a:r>
              <a:rPr lang="mn-MN" sz="1100"/>
              <a:t>Мэдээллийг оюутанд цэгцтэй хүргэнэ.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7558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3B97AAE1-0AF9-A4DC-D372-B9DFFED41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60fe07664c_0_15:notes">
            <a:extLst>
              <a:ext uri="{FF2B5EF4-FFF2-40B4-BE49-F238E27FC236}">
                <a16:creationId xmlns:a16="http://schemas.microsoft.com/office/drawing/2014/main" id="{605489C1-414A-C883-D6F6-06AEC433D4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60fe07664c_0_15:notes">
            <a:extLst>
              <a:ext uri="{FF2B5EF4-FFF2-40B4-BE49-F238E27FC236}">
                <a16:creationId xmlns:a16="http://schemas.microsoft.com/office/drawing/2014/main" id="{3AF20F31-0475-E4C7-860D-E9F8CAF787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  <a:tabLst/>
              <a:defRPr/>
            </a:pPr>
            <a:r>
              <a:rPr lang="mn-MN" sz="1100"/>
              <a:t>Мэдээллийг оюутанд цэгцтэй хүргэнэ.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5312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05FA3E04-E2CC-0FFE-16F9-8E4206F5F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60fe07664c_0_15:notes">
            <a:extLst>
              <a:ext uri="{FF2B5EF4-FFF2-40B4-BE49-F238E27FC236}">
                <a16:creationId xmlns:a16="http://schemas.microsoft.com/office/drawing/2014/main" id="{1CB710CE-2E9A-BA95-F150-51EF522037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60fe07664c_0_15:notes">
            <a:extLst>
              <a:ext uri="{FF2B5EF4-FFF2-40B4-BE49-F238E27FC236}">
                <a16:creationId xmlns:a16="http://schemas.microsoft.com/office/drawing/2014/main" id="{F76B3CE5-6C29-AA12-47EC-ADB9408E6F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  <a:tabLst/>
              <a:defRPr/>
            </a:pPr>
            <a:r>
              <a:rPr lang="mn-MN" sz="1100"/>
              <a:t>Мэдээллийг оюутанд цэгцтэй хүргэнэ.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7027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A65B040C-5EAD-9E99-5A06-B80341F59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60fe07664c_0_15:notes">
            <a:extLst>
              <a:ext uri="{FF2B5EF4-FFF2-40B4-BE49-F238E27FC236}">
                <a16:creationId xmlns:a16="http://schemas.microsoft.com/office/drawing/2014/main" id="{E0469F5D-0373-0BDB-ADBD-47CE01615C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60fe07664c_0_15:notes">
            <a:extLst>
              <a:ext uri="{FF2B5EF4-FFF2-40B4-BE49-F238E27FC236}">
                <a16:creationId xmlns:a16="http://schemas.microsoft.com/office/drawing/2014/main" id="{5078F024-3D06-4072-EAF0-6914971C6F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  <a:tabLst/>
              <a:defRPr/>
            </a:pPr>
            <a:r>
              <a:rPr lang="mn-MN" sz="1100"/>
              <a:t>Мэдээллийг оюутанд цэгцтэй хүргэнэ.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5971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5052ACCE-3FB7-7CCC-F729-F950BA8EF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60fe07664c_0_15:notes">
            <a:extLst>
              <a:ext uri="{FF2B5EF4-FFF2-40B4-BE49-F238E27FC236}">
                <a16:creationId xmlns:a16="http://schemas.microsoft.com/office/drawing/2014/main" id="{0F82937B-734B-52D3-1EA0-7815DD3CB1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60fe07664c_0_15:notes">
            <a:extLst>
              <a:ext uri="{FF2B5EF4-FFF2-40B4-BE49-F238E27FC236}">
                <a16:creationId xmlns:a16="http://schemas.microsoft.com/office/drawing/2014/main" id="{19B30EA8-BEA2-8DBB-CF98-4DA05B85F2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  <a:tabLst/>
              <a:defRPr/>
            </a:pPr>
            <a:r>
              <a:rPr lang="mn-MN" sz="1100"/>
              <a:t>Мэдээллийг оюутанд цэгцтэй хүргэнэ.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7013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36B8EDB9-47A5-CBA9-E70E-1AE7E11CA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60fe07664c_0_15:notes">
            <a:extLst>
              <a:ext uri="{FF2B5EF4-FFF2-40B4-BE49-F238E27FC236}">
                <a16:creationId xmlns:a16="http://schemas.microsoft.com/office/drawing/2014/main" id="{93823949-F925-FF8C-EFA5-A7B9FB2102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60fe07664c_0_15:notes">
            <a:extLst>
              <a:ext uri="{FF2B5EF4-FFF2-40B4-BE49-F238E27FC236}">
                <a16:creationId xmlns:a16="http://schemas.microsoft.com/office/drawing/2014/main" id="{7682A673-CD22-C755-7BE4-602F00EDD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  <a:tabLst/>
              <a:defRPr/>
            </a:pPr>
            <a:r>
              <a:rPr lang="mn-MN" sz="1100"/>
              <a:t>Мэдээллийг оюутанд цэгцтэй хүргэнэ.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97498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B7A14525-C9C2-187B-97E2-877E663A9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60fe07664c_0_15:notes">
            <a:extLst>
              <a:ext uri="{FF2B5EF4-FFF2-40B4-BE49-F238E27FC236}">
                <a16:creationId xmlns:a16="http://schemas.microsoft.com/office/drawing/2014/main" id="{D8689B68-940B-AFBD-333F-729BE0C8E7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60fe07664c_0_15:notes">
            <a:extLst>
              <a:ext uri="{FF2B5EF4-FFF2-40B4-BE49-F238E27FC236}">
                <a16:creationId xmlns:a16="http://schemas.microsoft.com/office/drawing/2014/main" id="{C4578C62-DF6D-F0BE-1919-469D2A3B9D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  <a:tabLst/>
              <a:defRPr/>
            </a:pPr>
            <a:r>
              <a:rPr lang="mn-MN" sz="1100"/>
              <a:t>Мэдээллийг оюутанд цэгцтэй хүргэнэ.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5824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1B13FDE1-F796-F394-8AD7-37D762E1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60fe07664c_0_15:notes">
            <a:extLst>
              <a:ext uri="{FF2B5EF4-FFF2-40B4-BE49-F238E27FC236}">
                <a16:creationId xmlns:a16="http://schemas.microsoft.com/office/drawing/2014/main" id="{7B011A8E-FE23-ABB6-08AF-CB242DEC4A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60fe07664c_0_15:notes">
            <a:extLst>
              <a:ext uri="{FF2B5EF4-FFF2-40B4-BE49-F238E27FC236}">
                <a16:creationId xmlns:a16="http://schemas.microsoft.com/office/drawing/2014/main" id="{40ACE7A7-3BFA-022C-86F3-77E6999DC7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  <a:tabLst/>
              <a:defRPr/>
            </a:pPr>
            <a:r>
              <a:rPr lang="mn-MN" sz="1100"/>
              <a:t>Мэдээллийг оюутанд цэгцтэй хүргэнэ.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31855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43B56CD3-1402-49D3-31CC-738C4BDB4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60fe07664c_0_15:notes">
            <a:extLst>
              <a:ext uri="{FF2B5EF4-FFF2-40B4-BE49-F238E27FC236}">
                <a16:creationId xmlns:a16="http://schemas.microsoft.com/office/drawing/2014/main" id="{40817D70-3BAA-61E2-A66C-0AD97D3650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60fe07664c_0_15:notes">
            <a:extLst>
              <a:ext uri="{FF2B5EF4-FFF2-40B4-BE49-F238E27FC236}">
                <a16:creationId xmlns:a16="http://schemas.microsoft.com/office/drawing/2014/main" id="{B4345C5B-22A9-78B7-7F28-7F0AAC847E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  <a:tabLst/>
              <a:defRPr/>
            </a:pPr>
            <a:r>
              <a:rPr lang="mn-MN" sz="1100"/>
              <a:t>Мэдээллийг оюутанд цэгцтэй хүргэнэ.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17093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1F4A79CD-A99D-65B7-0A3C-54014B140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60fe07664c_0_15:notes">
            <a:extLst>
              <a:ext uri="{FF2B5EF4-FFF2-40B4-BE49-F238E27FC236}">
                <a16:creationId xmlns:a16="http://schemas.microsoft.com/office/drawing/2014/main" id="{E245AC07-1EE4-BB0D-12FA-2A232B4B23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60fe07664c_0_15:notes">
            <a:extLst>
              <a:ext uri="{FF2B5EF4-FFF2-40B4-BE49-F238E27FC236}">
                <a16:creationId xmlns:a16="http://schemas.microsoft.com/office/drawing/2014/main" id="{A0E34650-64B4-424F-DCFA-64CA658A4C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  <a:tabLst/>
              <a:defRPr/>
            </a:pPr>
            <a:r>
              <a:rPr lang="mn-MN" sz="1100"/>
              <a:t>Мэдээллийг оюутанд цэгцтэй хүргэнэ.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47995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5e4a204c8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5e4a204c8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3636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fld id="{01CFE75A-EE1C-4F8D-AFB5-ECC47A013933}" type="datetime1">
              <a:rPr lang="mn-MN" smtClean="0"/>
              <a:t>2026.04.07</a:t>
            </a:fld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2400">
                <a:solidFill>
                  <a:srgbClr val="888888"/>
                </a:solidFill>
              </a:defRPr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900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fld id="{CC06FF52-1713-48D2-A05A-1954C57235AA}" type="datetime1">
              <a:rPr lang="mn-MN" smtClean="0"/>
              <a:t>2026.04.07</a:t>
            </a:fld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fld id="{F7427C76-A584-4506-BB54-EA733E373816}" type="datetime1">
              <a:rPr lang="mn-MN" smtClean="0"/>
              <a:t>2026.04.07</a:t>
            </a:fld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600" cy="8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 b="1"/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900" b="1"/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600" cy="36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 b="1"/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900" b="1"/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fld id="{5A5D6F2E-46BB-4F33-9A0A-ED628F8BF12C}" type="datetime1">
              <a:rPr lang="mn-MN" smtClean="0"/>
              <a:t>2026.04.07</a:t>
            </a:fld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fld id="{1F0184A3-B03A-4E4D-B3AA-6D55B9EBF7E3}" type="datetime1">
              <a:rPr lang="mn-MN" smtClean="0"/>
              <a:t>2026.04.07</a:t>
            </a:fld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000" cy="48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507987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70" lvl="1" indent="-482588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800"/>
            </a:lvl2pPr>
            <a:lvl3pPr marL="1828754" lvl="2" indent="-4571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339" lvl="3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4pPr>
            <a:lvl5pPr marL="3047924" lvl="4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5pPr>
            <a:lvl6pPr marL="3657509" lvl="5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6pPr>
            <a:lvl7pPr marL="4267093" lvl="6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7pPr>
            <a:lvl8pPr marL="4876678" lvl="7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8pPr>
            <a:lvl9pPr marL="5486263" lvl="8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500"/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100"/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100"/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100"/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100"/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100"/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1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fld id="{87A0C98E-F72B-42C4-91A6-2FC6F4FC3457}" type="datetime1">
              <a:rPr lang="mn-MN" smtClean="0"/>
              <a:t>2026.04.07</a:t>
            </a:fld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000" cy="48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500"/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100"/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100"/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100"/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100"/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100"/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1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fld id="{3575FB59-7106-40EA-AD8D-B760BFA26ACE}" type="datetime1">
              <a:rPr lang="mn-MN" smtClean="0"/>
              <a:t>2026.04.07</a:t>
            </a:fld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fld id="{B5B4735D-76F8-4B6D-9A1E-1499F949BDD5}" type="datetime1">
              <a:rPr lang="mn-MN" smtClean="0"/>
              <a:t>2026.04.07</a:t>
            </a:fld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482588" rtl="0">
              <a:spcBef>
                <a:spcPts val="1067"/>
              </a:spcBef>
              <a:spcAft>
                <a:spcPts val="0"/>
              </a:spcAft>
              <a:buSzPts val="2100"/>
              <a:buChar char="•"/>
              <a:defRPr/>
            </a:lvl1pPr>
            <a:lvl2pPr marL="1219170" lvl="1" indent="-457189" rtl="0">
              <a:spcBef>
                <a:spcPts val="533"/>
              </a:spcBef>
              <a:spcAft>
                <a:spcPts val="0"/>
              </a:spcAft>
              <a:buSzPts val="1800"/>
              <a:buChar char="•"/>
              <a:defRPr/>
            </a:lvl2pPr>
            <a:lvl3pPr marL="1828754" lvl="2" indent="-431789" rtl="0">
              <a:spcBef>
                <a:spcPts val="533"/>
              </a:spcBef>
              <a:spcAft>
                <a:spcPts val="0"/>
              </a:spcAft>
              <a:buSzPts val="1500"/>
              <a:buChar char="•"/>
              <a:defRPr/>
            </a:lvl3pPr>
            <a:lvl4pPr marL="2438339" lvl="3" indent="-423323" rtl="0"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4pPr>
            <a:lvl5pPr marL="3047924" lvl="4" indent="-423323" rtl="0"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5pPr>
            <a:lvl6pPr marL="3657509" lvl="5" indent="-423323" rtl="0"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6pPr>
            <a:lvl7pPr marL="4267093" lvl="6" indent="-423323" rtl="0"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7pPr>
            <a:lvl8pPr marL="4876678" lvl="7" indent="-423323" rtl="0"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8pPr>
            <a:lvl9pPr marL="5486263" lvl="8" indent="-423323" rtl="0">
              <a:spcBef>
                <a:spcPts val="533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0664542-C72E-4EAB-A728-F66849F3443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567406" y="6356351"/>
            <a:ext cx="1828345" cy="275268"/>
          </a:xfrm>
        </p:spPr>
        <p:txBody>
          <a:bodyPr/>
          <a:lstStyle>
            <a:lvl1pPr algn="r">
              <a:defRPr>
                <a:solidFill>
                  <a:srgbClr val="1F1A6C"/>
                </a:solidFill>
              </a:defRPr>
            </a:lvl1pPr>
          </a:lstStyle>
          <a:p>
            <a:fld id="{E24B3B50-9E6E-4F25-A631-8F17A7F36BEA}" type="datetime1">
              <a:rPr lang="mn-MN" smtClean="0"/>
              <a:pPr/>
              <a:t>2026.04.07</a:t>
            </a:fld>
            <a:endParaRPr lang="mn-MN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AC78CFC-765A-4C4D-8763-00D7E687CF0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1"/>
            <a:ext cx="4114800" cy="275268"/>
          </a:xfrm>
        </p:spPr>
        <p:txBody>
          <a:bodyPr/>
          <a:lstStyle>
            <a:lvl1pPr>
              <a:defRPr>
                <a:solidFill>
                  <a:srgbClr val="1F1A6C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A66525B-5C79-4C1F-B5C9-EC0AE994134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301274" y="6356351"/>
            <a:ext cx="475125" cy="275268"/>
          </a:xfrm>
        </p:spPr>
        <p:txBody>
          <a:bodyPr/>
          <a:lstStyle>
            <a:lvl1pPr algn="l">
              <a:defRPr>
                <a:solidFill>
                  <a:srgbClr val="1F1A6C"/>
                </a:solidFill>
              </a:defRPr>
            </a:lvl1pPr>
          </a:lstStyle>
          <a:p>
            <a:fld id="{00000000-1234-1234-1234-123412341234}" type="slidenum">
              <a:rPr lang="mn" smtClean="0"/>
              <a:pPr/>
              <a:t>‹#›</a:t>
            </a:fld>
            <a:endParaRPr lang="m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  <a:defRPr sz="21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•"/>
              <a:defRPr sz="15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C013C0A4-16F6-4724-B6F9-DF527348F887}" type="datetime1">
              <a:rPr lang="mn-MN" smtClean="0"/>
              <a:t>2026.04.07</a:t>
            </a:fld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9" r:id="rId9"/>
  </p:sldLayoutIdLst>
  <p:hf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8064" y="5813013"/>
            <a:ext cx="10093378" cy="3693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mn-MN" b="1">
                <a:solidFill>
                  <a:srgbClr val="1F1A6C"/>
                </a:solidFill>
                <a:latin typeface="Open Sans"/>
                <a:ea typeface="Open Sans"/>
                <a:cs typeface="Open Sans"/>
                <a:sym typeface="Montserrat"/>
              </a:rPr>
              <a:t>Улаанбаатар 2026 он</a:t>
            </a:r>
            <a:endParaRPr lang="en-GB">
              <a:latin typeface="Open Sans"/>
              <a:ea typeface="Open Sans"/>
              <a:cs typeface="Open San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17932B-FBE3-4CCB-BF21-09F903A50E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8064" y="4089120"/>
            <a:ext cx="10093378" cy="1544764"/>
          </a:xfrm>
        </p:spPr>
        <p:txBody>
          <a:bodyPr/>
          <a:lstStyle/>
          <a:p>
            <a:pPr algn="just"/>
            <a:r>
              <a:rPr lang="mn-MN" sz="1600" dirty="0">
                <a:solidFill>
                  <a:schemeClr val="tx1"/>
                </a:solidFill>
                <a:latin typeface="Times New Roman"/>
                <a:ea typeface="Open Sans"/>
                <a:cs typeface="Times New Roman"/>
              </a:rPr>
              <a:t>Илтгэгч : Э.Намуунзул (B221930006)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mn-MN" sz="1600" dirty="0">
                <a:solidFill>
                  <a:schemeClr val="tx1"/>
                </a:solidFill>
                <a:latin typeface="Times New Roman"/>
                <a:ea typeface="Open Sans"/>
                <a:cs typeface="Times New Roman"/>
              </a:rPr>
              <a:t>Удирдагч багш : Доктор (Ph.D) Б.Долгорсүрэн</a:t>
            </a:r>
            <a:endParaRPr lang="mn-MN" dirty="0">
              <a:solidFill>
                <a:schemeClr val="tx1"/>
              </a:solidFill>
            </a:endParaRPr>
          </a:p>
          <a:p>
            <a:pPr algn="just"/>
            <a:r>
              <a:rPr lang="mn-MN" sz="1600" dirty="0">
                <a:solidFill>
                  <a:schemeClr val="tx1"/>
                </a:solidFill>
                <a:latin typeface="Times New Roman"/>
                <a:ea typeface="Open Sans"/>
                <a:cs typeface="Times New Roman"/>
              </a:rPr>
              <a:t>Зөвлөгч багш: Доктор (Ph.D) А.Алтангэрэл</a:t>
            </a:r>
            <a:endParaRPr lang="mn-MN" dirty="0">
              <a:solidFill>
                <a:schemeClr val="tx1"/>
              </a:solidFill>
            </a:endParaRPr>
          </a:p>
          <a:p>
            <a:pPr algn="just"/>
            <a:endParaRPr lang="mn-MN" sz="1600" dirty="0">
              <a:solidFill>
                <a:schemeClr val="tx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CCAAE7-814B-49F7-86A3-D1CC9907C49D}"/>
              </a:ext>
            </a:extLst>
          </p:cNvPr>
          <p:cNvSpPr/>
          <p:nvPr/>
        </p:nvSpPr>
        <p:spPr>
          <a:xfrm>
            <a:off x="898064" y="1761963"/>
            <a:ext cx="10093378" cy="33855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r"/>
            <a:endParaRPr lang="mn-MN" sz="1600">
              <a:latin typeface="Open Sans"/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9108A5-FE1C-564B-531E-516843268256}"/>
              </a:ext>
            </a:extLst>
          </p:cNvPr>
          <p:cNvSpPr txBox="1"/>
          <p:nvPr/>
        </p:nvSpPr>
        <p:spPr>
          <a:xfrm>
            <a:off x="0" y="2099930"/>
            <a:ext cx="1201479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/>
              <a:t>Agile-Scrum </a:t>
            </a:r>
            <a:r>
              <a:rPr lang="mn-MN" sz="2800" dirty="0"/>
              <a:t>болон </a:t>
            </a:r>
            <a:r>
              <a:rPr lang="en-US" sz="2800" dirty="0"/>
              <a:t>OKR </a:t>
            </a:r>
            <a:r>
              <a:rPr lang="mn-MN" sz="2800" dirty="0"/>
              <a:t>аргачлалын нэгдсэн хэрэгжилтийн үр дүн</a:t>
            </a:r>
            <a:endParaRPr lang="mn-MN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0952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title"/>
          </p:nvPr>
        </p:nvSpPr>
        <p:spPr>
          <a:xfrm>
            <a:off x="832209" y="-1925079"/>
            <a:ext cx="11360800" cy="714439"/>
          </a:xfrm>
          <a:prstGeom prst="rect">
            <a:avLst/>
          </a:prstGeom>
        </p:spPr>
        <p:txBody>
          <a:bodyPr spcFirstLastPara="1" wrap="square" lIns="91433" tIns="45700" rIns="91433" bIns="45700" anchor="ctr" anchorCtr="0">
            <a:noAutofit/>
          </a:bodyPr>
          <a:lstStyle/>
          <a:p>
            <a:endParaRPr lang="en-US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5F56F0A5-7DDB-4E24-A152-6CC272AA5BFA}"/>
              </a:ext>
            </a:extLst>
          </p:cNvPr>
          <p:cNvSpPr txBox="1">
            <a:spLocks/>
          </p:cNvSpPr>
          <p:nvPr/>
        </p:nvSpPr>
        <p:spPr>
          <a:xfrm>
            <a:off x="484441" y="3457859"/>
            <a:ext cx="10400182" cy="250605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•"/>
              <a:def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 lang="mn-MN" sz="16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7FB82-DA6F-4CA4-901A-AD84B4FE826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631BA11-B873-43E1-B5E5-099F01C0B2AF}" type="datetime1">
              <a:rPr lang="mn-MN" smtClean="0"/>
              <a:t>2026.04.07</a:t>
            </a:fld>
            <a:endParaRPr lang="m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1E433-E459-4D20-8C8C-B99839EED0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mn" smtClean="0"/>
              <a:pPr/>
              <a:t>2</a:t>
            </a:fld>
            <a:endParaRPr lang="m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B273C5-2C87-F79B-44FD-2DC2458FAF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255" y="251885"/>
            <a:ext cx="11890745" cy="7721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5F6AC1-3412-2629-A0B2-C38501A41F06}"/>
              </a:ext>
            </a:extLst>
          </p:cNvPr>
          <p:cNvSpPr txBox="1"/>
          <p:nvPr/>
        </p:nvSpPr>
        <p:spPr>
          <a:xfrm>
            <a:off x="832884" y="1426535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00965"/>
            <a:endParaRPr lang="en-US" dirty="0">
              <a:cs typeface="Arial"/>
            </a:endParaRPr>
          </a:p>
          <a:p>
            <a:pPr marL="457200" indent="-356235">
              <a:buFont typeface="Arial,Sans-Serif"/>
              <a:buChar char="•"/>
            </a:pPr>
            <a:r>
              <a:rPr lang="mn-MN" dirty="0"/>
              <a:t>Судалгааны зорилго </a:t>
            </a:r>
            <a:endParaRPr lang="en-US" dirty="0"/>
          </a:p>
          <a:p>
            <a:pPr marL="457200" indent="-356235">
              <a:buFont typeface="Arial,Sans-Serif"/>
              <a:buChar char="•"/>
            </a:pPr>
            <a:r>
              <a:rPr lang="en-US" dirty="0" err="1"/>
              <a:t>Онолын</a:t>
            </a:r>
            <a:r>
              <a:rPr lang="en-US" dirty="0"/>
              <a:t> </a:t>
            </a:r>
            <a:r>
              <a:rPr lang="en-US" dirty="0" err="1"/>
              <a:t>хэсэг</a:t>
            </a:r>
            <a:r>
              <a:rPr lang="en-US" dirty="0"/>
              <a:t>: Agile-Scrum, OKR, JIRA</a:t>
            </a:r>
          </a:p>
          <a:p>
            <a:pPr marL="457200" indent="-356235">
              <a:buFont typeface="Arial,Sans-Serif"/>
              <a:buChar char="•"/>
            </a:pPr>
            <a:r>
              <a:rPr lang="en-US" dirty="0"/>
              <a:t>KPI </a:t>
            </a:r>
            <a:r>
              <a:rPr lang="mn-MN" dirty="0"/>
              <a:t>үр дүн </a:t>
            </a:r>
            <a:r>
              <a:rPr lang="en-US" dirty="0"/>
              <a:t>OKR-KPI </a:t>
            </a:r>
            <a:r>
              <a:rPr lang="mn-MN" dirty="0"/>
              <a:t>уялдаа</a:t>
            </a:r>
            <a:endParaRPr lang="en-US" dirty="0"/>
          </a:p>
          <a:p>
            <a:pPr marL="457200" indent="-356235">
              <a:buFont typeface="Arial,Sans-Serif"/>
              <a:buChar char="•"/>
            </a:pPr>
            <a:r>
              <a:rPr lang="mn-MN" dirty="0"/>
              <a:t>Дүгнэлт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551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4">
          <a:extLst>
            <a:ext uri="{FF2B5EF4-FFF2-40B4-BE49-F238E27FC236}">
              <a16:creationId xmlns:a16="http://schemas.microsoft.com/office/drawing/2014/main" id="{584DFA99-F96E-CCA4-7DD7-176333D11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>
            <a:extLst>
              <a:ext uri="{FF2B5EF4-FFF2-40B4-BE49-F238E27FC236}">
                <a16:creationId xmlns:a16="http://schemas.microsoft.com/office/drawing/2014/main" id="{273E6F87-6D34-1783-A3B4-43A161F792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2209" y="679898"/>
            <a:ext cx="11360800" cy="714439"/>
          </a:xfrm>
          <a:prstGeom prst="rect">
            <a:avLst/>
          </a:prstGeom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b="1" cap="all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ОРШИЛ БА СУДАЛГААНЫ ҮНДЭСЛЭЛ</a:t>
            </a:r>
            <a:endParaRPr lang="en-US" dirty="0"/>
          </a:p>
          <a:p>
            <a:r>
              <a:rPr lang="en-US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 · ОРШИЛ БА СУДАЛГААНЫ ҮНДЭСЛЭЛ</a:t>
            </a:r>
            <a:endParaRPr lang="en-US" dirty="0"/>
          </a:p>
          <a:p>
            <a:pPr>
              <a:lnSpc>
                <a:spcPct val="100000"/>
              </a:lnSpc>
              <a:spcBef>
                <a:spcPct val="0"/>
              </a:spcBef>
            </a:pP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38ED6934-59CC-84B2-B436-2340FF7A6D76}"/>
              </a:ext>
            </a:extLst>
          </p:cNvPr>
          <p:cNvSpPr txBox="1">
            <a:spLocks/>
          </p:cNvSpPr>
          <p:nvPr/>
        </p:nvSpPr>
        <p:spPr>
          <a:xfrm>
            <a:off x="484441" y="1030257"/>
            <a:ext cx="10400182" cy="49336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•"/>
              <a:def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27000" indent="0" algn="just" defTabSz="914400">
              <a:lnSpc>
                <a:spcPct val="100000"/>
              </a:lnSpc>
              <a:buNone/>
            </a:pPr>
            <a:endParaRPr lang="en-US" sz="1600">
              <a:latin typeface="Arial"/>
              <a:ea typeface="Roboto" panose="02000000000000000000" pitchFamily="2" charset="0"/>
              <a:cs typeface="Times New Roman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DD374-26E2-44BD-A07F-DB14D73EA8F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631BA11-B873-43E1-B5E5-099F01C0B2AF}" type="datetime1">
              <a:rPr lang="mn-MN" smtClean="0"/>
              <a:t>2026.04.07</a:t>
            </a:fld>
            <a:endParaRPr lang="m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C0F1B-351D-F43D-0FDA-286F78FDBF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mn" smtClean="0"/>
              <a:pPr/>
              <a:t>3</a:t>
            </a:fld>
            <a:endParaRPr lang="m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A8ACFE-690E-C92A-8D23-644FE5102790}"/>
              </a:ext>
            </a:extLst>
          </p:cNvPr>
          <p:cNvSpPr txBox="1"/>
          <p:nvPr/>
        </p:nvSpPr>
        <p:spPr>
          <a:xfrm>
            <a:off x="937725" y="894085"/>
            <a:ext cx="10507957" cy="53142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АСУУДАЛ:</a:t>
            </a:r>
            <a:endParaRPr lang="en-US" dirty="0"/>
          </a:p>
          <a:p>
            <a:endParaRPr lang="en-US" dirty="0">
              <a:latin typeface="Arial"/>
              <a:ea typeface="Calibri"/>
              <a:cs typeface="Arial"/>
            </a:endParaRP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dirty="0"/>
              <a:t>Standish Group-</a:t>
            </a:r>
            <a:r>
              <a:rPr lang="mn-MN" dirty="0"/>
              <a:t>ийн </a:t>
            </a:r>
            <a:r>
              <a:rPr lang="en-US" dirty="0"/>
              <a:t>Chaos Report (2020)-</a:t>
            </a:r>
            <a:r>
              <a:rPr lang="mn-MN" dirty="0"/>
              <a:t>с авсан олон улсын судалгааны дүннээр 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төслүүдийн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70%+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нь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хугацааны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болон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чанарын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шаардлага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хангаагүй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байдаг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latin typeface="Arial"/>
                <a:ea typeface="Calibri"/>
                <a:cs typeface="Arial"/>
              </a:rPr>
              <a:t>Төслийн</a:t>
            </a:r>
            <a:r>
              <a:rPr lang="en-US" dirty="0">
                <a:latin typeface="Arial"/>
                <a:ea typeface="Calibri"/>
                <a:cs typeface="Arial"/>
              </a:rPr>
              <a:t> </a:t>
            </a:r>
            <a:r>
              <a:rPr lang="en-US" dirty="0" err="1">
                <a:latin typeface="Arial"/>
                <a:ea typeface="Calibri"/>
                <a:cs typeface="Arial"/>
              </a:rPr>
              <a:t>явцыг</a:t>
            </a:r>
            <a:r>
              <a:rPr lang="en-US" dirty="0">
                <a:latin typeface="Arial"/>
                <a:ea typeface="Calibri"/>
                <a:cs typeface="Arial"/>
              </a:rPr>
              <a:t> </a:t>
            </a:r>
            <a:r>
              <a:rPr lang="en-US" dirty="0" err="1">
                <a:latin typeface="Arial"/>
                <a:ea typeface="Calibri"/>
                <a:cs typeface="Arial"/>
              </a:rPr>
              <a:t>бодит</a:t>
            </a:r>
            <a:r>
              <a:rPr lang="en-US" dirty="0">
                <a:latin typeface="Arial"/>
                <a:ea typeface="Calibri"/>
                <a:cs typeface="Arial"/>
              </a:rPr>
              <a:t> </a:t>
            </a:r>
            <a:r>
              <a:rPr lang="en-US" dirty="0" err="1">
                <a:latin typeface="Arial"/>
                <a:ea typeface="Calibri"/>
                <a:cs typeface="Arial"/>
              </a:rPr>
              <a:t>цаг</a:t>
            </a:r>
            <a:r>
              <a:rPr lang="en-US" dirty="0">
                <a:latin typeface="Arial"/>
                <a:ea typeface="Calibri"/>
                <a:cs typeface="Arial"/>
              </a:rPr>
              <a:t> </a:t>
            </a:r>
            <a:r>
              <a:rPr lang="en-US" dirty="0" err="1">
                <a:latin typeface="Arial"/>
                <a:ea typeface="Calibri"/>
                <a:cs typeface="Arial"/>
              </a:rPr>
              <a:t>хугацаанд</a:t>
            </a:r>
            <a:r>
              <a:rPr lang="en-US" dirty="0">
                <a:latin typeface="Arial"/>
                <a:ea typeface="Calibri"/>
                <a:cs typeface="Arial"/>
              </a:rPr>
              <a:t> </a:t>
            </a:r>
            <a:r>
              <a:rPr lang="en-US" dirty="0" err="1">
                <a:latin typeface="Arial"/>
                <a:ea typeface="Calibri"/>
                <a:cs typeface="Arial"/>
              </a:rPr>
              <a:t>хянах</a:t>
            </a:r>
            <a:r>
              <a:rPr lang="en-US" dirty="0">
                <a:latin typeface="Arial"/>
                <a:ea typeface="Calibri"/>
                <a:cs typeface="Arial"/>
              </a:rPr>
              <a:t> </a:t>
            </a:r>
            <a:r>
              <a:rPr lang="mn-MN" dirty="0"/>
              <a:t>боломж муу</a:t>
            </a:r>
            <a:endParaRPr lang="en-US" dirty="0">
              <a:latin typeface="Arial"/>
              <a:ea typeface="Calibri"/>
              <a:cs typeface="Arial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Agile-Scrum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нь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стратегийн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зорилготой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холбоо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тогтоодоггүй</a:t>
            </a:r>
            <a:endParaRPr lang="en-US" dirty="0">
              <a:latin typeface="Arial"/>
              <a:ea typeface="Calibri"/>
              <a:cs typeface="Arial"/>
            </a:endParaRP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Монголын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байгууллагуудад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нэгдсэн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mn-MN" dirty="0"/>
              <a:t>нэгдсэн судалгаа ховор 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dirty="0" err="1">
                <a:latin typeface="Arial"/>
                <a:ea typeface="Calibri"/>
                <a:cs typeface="Arial"/>
              </a:rPr>
              <a:t>Өгөгдөлд</a:t>
            </a:r>
            <a:r>
              <a:rPr lang="en-US" dirty="0">
                <a:latin typeface="Arial"/>
                <a:ea typeface="Calibri"/>
                <a:cs typeface="Arial"/>
              </a:rPr>
              <a:t> </a:t>
            </a:r>
            <a:r>
              <a:rPr lang="en-US" dirty="0" err="1">
                <a:latin typeface="Arial"/>
                <a:ea typeface="Calibri"/>
                <a:cs typeface="Arial"/>
              </a:rPr>
              <a:t>суурилсан</a:t>
            </a:r>
            <a:r>
              <a:rPr lang="en-US" dirty="0">
                <a:latin typeface="Arial"/>
                <a:ea typeface="Calibri"/>
                <a:cs typeface="Arial"/>
              </a:rPr>
              <a:t> </a:t>
            </a:r>
            <a:r>
              <a:rPr lang="en-US" dirty="0" err="1">
                <a:latin typeface="Arial"/>
                <a:ea typeface="Calibri"/>
                <a:cs typeface="Arial"/>
              </a:rPr>
              <a:t>шийдвэр</a:t>
            </a:r>
            <a:r>
              <a:rPr lang="en-US" dirty="0">
                <a:latin typeface="Arial"/>
                <a:ea typeface="Calibri"/>
                <a:cs typeface="Arial"/>
              </a:rPr>
              <a:t> </a:t>
            </a:r>
            <a:r>
              <a:rPr lang="en-US" dirty="0" err="1">
                <a:latin typeface="Arial"/>
                <a:ea typeface="Calibri"/>
                <a:cs typeface="Arial"/>
              </a:rPr>
              <a:t>гаргалтын</a:t>
            </a:r>
            <a:r>
              <a:rPr lang="en-US" dirty="0">
                <a:latin typeface="Arial"/>
                <a:ea typeface="Calibri"/>
                <a:cs typeface="Arial"/>
              </a:rPr>
              <a:t> </a:t>
            </a:r>
            <a:r>
              <a:rPr lang="en-US" dirty="0" err="1">
                <a:latin typeface="Arial"/>
                <a:ea typeface="Calibri"/>
                <a:cs typeface="Arial"/>
              </a:rPr>
              <a:t>дутагдал</a:t>
            </a:r>
            <a:endParaRPr lang="en-US" dirty="0"/>
          </a:p>
          <a:p>
            <a:br>
              <a:rPr lang="en-US" dirty="0"/>
            </a:b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Судалгааны</a:t>
            </a: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зорилго</a:t>
            </a:r>
            <a:r>
              <a:rPr lang="en-US" dirty="0"/>
              <a:t>:</a:t>
            </a:r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JIRA-н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өгөгдөл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дээр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Agile-Scrum + OKR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нэгдсэн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хяналтын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боловсруулах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velocity, cycle time, Story Point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нарийвчлалыг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KPI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болгон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хэмжих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Байгууллагын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стратегийг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ажлын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гүйцэтгэлтэй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шууд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холбох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Байгууллагын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бодит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өгөгдөл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дээр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mn-MN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дүн шинжилгээ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хийх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065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4">
          <a:extLst>
            <a:ext uri="{FF2B5EF4-FFF2-40B4-BE49-F238E27FC236}">
              <a16:creationId xmlns:a16="http://schemas.microsoft.com/office/drawing/2014/main" id="{0D413686-2C14-ABD5-F19A-20ADE2DF0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>
            <a:extLst>
              <a:ext uri="{FF2B5EF4-FFF2-40B4-BE49-F238E27FC236}">
                <a16:creationId xmlns:a16="http://schemas.microsoft.com/office/drawing/2014/main" id="{9D655BC1-DE2D-A63B-CB0F-47FC2A1A8C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2581" y="281177"/>
            <a:ext cx="11360800" cy="714439"/>
          </a:xfrm>
          <a:prstGeom prst="rect">
            <a:avLst/>
          </a:prstGeom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mn-MN" sz="2000" b="1" cap="all" dirty="0">
                <a:latin typeface="Times New Roman"/>
                <a:cs typeface="Times New Roman"/>
              </a:rPr>
              <a:t>Зорилго</a:t>
            </a:r>
            <a:endParaRPr lang="en-US" sz="2000" b="1" cap="all" dirty="0">
              <a:latin typeface="Times New Roman"/>
              <a:cs typeface="Times New Roman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390A3D84-068D-3D01-EBCA-B07CF2FB47C4}"/>
              </a:ext>
            </a:extLst>
          </p:cNvPr>
          <p:cNvSpPr txBox="1">
            <a:spLocks/>
          </p:cNvSpPr>
          <p:nvPr/>
        </p:nvSpPr>
        <p:spPr>
          <a:xfrm>
            <a:off x="111859" y="997552"/>
            <a:ext cx="10400182" cy="49336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•"/>
              <a:def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27000" indent="0" algn="just" defTabSz="914400">
              <a:lnSpc>
                <a:spcPct val="100000"/>
              </a:lnSpc>
              <a:buNone/>
            </a:pPr>
            <a:endParaRPr lang="en-US" sz="1600" dirty="0">
              <a:latin typeface="Arial"/>
              <a:ea typeface="Roboto" panose="02000000000000000000" pitchFamily="2" charset="0"/>
              <a:cs typeface="Times New Roman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3B6B4-282B-CC35-0BA5-D5E2CF196F0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631BA11-B873-43E1-B5E5-099F01C0B2AF}" type="datetime1">
              <a:rPr lang="mn-MN" smtClean="0"/>
              <a:t>2026.04.07</a:t>
            </a:fld>
            <a:endParaRPr lang="m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BE3E3-ED75-CC5A-16D3-8C29DB971A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mn" smtClean="0"/>
              <a:pPr/>
              <a:t>4</a:t>
            </a:fld>
            <a:endParaRPr lang="mn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8CBC98D-D345-D546-E725-D49F1DC20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441" y="1134115"/>
            <a:ext cx="1156635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Agile + OKR-г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нэгтгэсэн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систем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боловсруулах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KPI-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уудыг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JIRA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дээр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хэмжих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n-MN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Стратеги ба гүйцэтгэлийг холбох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Өгөгдөлд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суурилсан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дүн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шинжилгээ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хийх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7260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4">
          <a:extLst>
            <a:ext uri="{FF2B5EF4-FFF2-40B4-BE49-F238E27FC236}">
              <a16:creationId xmlns:a16="http://schemas.microsoft.com/office/drawing/2014/main" id="{12B21E34-95B9-DBF7-ADC1-8964BB257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>
            <a:extLst>
              <a:ext uri="{FF2B5EF4-FFF2-40B4-BE49-F238E27FC236}">
                <a16:creationId xmlns:a16="http://schemas.microsoft.com/office/drawing/2014/main" id="{0E2A42B5-7BED-1A8E-8B02-F2A9CD0BA1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2209" y="679898"/>
            <a:ext cx="11360800" cy="714439"/>
          </a:xfrm>
          <a:prstGeom prst="rect">
            <a:avLst/>
          </a:prstGeom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b="1" cap="all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ОНОЛЫН ХЭСЭГ</a:t>
            </a:r>
            <a:endParaRPr lang="en-US" dirty="0"/>
          </a:p>
          <a:p>
            <a:pPr>
              <a:lnSpc>
                <a:spcPct val="100000"/>
              </a:lnSpc>
              <a:spcBef>
                <a:spcPct val="0"/>
              </a:spcBef>
            </a:pPr>
            <a:br>
              <a:rPr lang="en-US" dirty="0"/>
            </a:br>
            <a:endParaRPr lang="en-US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ED592E83-69E1-8EE6-BC83-A612DCA01D6C}"/>
              </a:ext>
            </a:extLst>
          </p:cNvPr>
          <p:cNvSpPr txBox="1">
            <a:spLocks/>
          </p:cNvSpPr>
          <p:nvPr/>
        </p:nvSpPr>
        <p:spPr>
          <a:xfrm>
            <a:off x="484441" y="1030257"/>
            <a:ext cx="10400182" cy="49336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•"/>
              <a:def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27000" indent="0" algn="just" defTabSz="914400">
              <a:lnSpc>
                <a:spcPct val="100000"/>
              </a:lnSpc>
              <a:buNone/>
            </a:pPr>
            <a:endParaRPr lang="en-US" sz="1600">
              <a:latin typeface="Arial"/>
              <a:ea typeface="Roboto" panose="02000000000000000000" pitchFamily="2" charset="0"/>
              <a:cs typeface="Times New Roman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6208D-3E62-7F6A-E42D-A6D74C04B5B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631BA11-B873-43E1-B5E5-099F01C0B2AF}" type="datetime1">
              <a:rPr lang="mn-MN" smtClean="0"/>
              <a:t>2026.04.07</a:t>
            </a:fld>
            <a:endParaRPr lang="m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EED51-DE9C-726A-6CFB-553894D289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mn" smtClean="0"/>
              <a:pPr/>
              <a:t>5</a:t>
            </a:fld>
            <a:endParaRPr lang="m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BBFB0A-EE7B-4367-1976-DD549F5FA27D}"/>
              </a:ext>
            </a:extLst>
          </p:cNvPr>
          <p:cNvSpPr txBox="1"/>
          <p:nvPr/>
        </p:nvSpPr>
        <p:spPr>
          <a:xfrm>
            <a:off x="833991" y="1389985"/>
            <a:ext cx="2950604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Agile</a:t>
            </a:r>
            <a:endParaRPr lang="en-US" dirty="0">
              <a:cs typeface="Arial"/>
            </a:endParaRPr>
          </a:p>
          <a:p>
            <a:endParaRPr lang="en-US" dirty="0">
              <a:ea typeface="Calibri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 err="1"/>
              <a:t>Хүн</a:t>
            </a:r>
            <a:r>
              <a:rPr lang="en-US" dirty="0"/>
              <a:t> </a:t>
            </a:r>
            <a:r>
              <a:rPr lang="en-US" dirty="0" err="1"/>
              <a:t>болон</a:t>
            </a:r>
            <a:r>
              <a:rPr lang="en-US" dirty="0"/>
              <a:t> </a:t>
            </a:r>
            <a:r>
              <a:rPr lang="en-US" dirty="0" err="1"/>
              <a:t>харилцааг</a:t>
            </a:r>
            <a:r>
              <a:rPr lang="en-US" dirty="0"/>
              <a:t> </a:t>
            </a:r>
            <a:r>
              <a:rPr lang="en-US" dirty="0" err="1"/>
              <a:t>чухалчлах</a:t>
            </a:r>
            <a:endParaRPr lang="en-US" dirty="0" err="1"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US" dirty="0"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mn-MN" dirty="0">
                <a:latin typeface="Arial"/>
                <a:ea typeface="Calibri"/>
                <a:cs typeface="Arial"/>
              </a:rPr>
              <a:t>Уян хатан зарчим</a:t>
            </a:r>
          </a:p>
          <a:p>
            <a:endParaRPr lang="en-US" dirty="0" err="1"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 err="1"/>
              <a:t>Хэрэглэгчтэй</a:t>
            </a:r>
            <a:r>
              <a:rPr lang="en-US" dirty="0"/>
              <a:t> </a:t>
            </a:r>
            <a:r>
              <a:rPr lang="en-US" dirty="0" err="1"/>
              <a:t>хамтран</a:t>
            </a:r>
            <a:r>
              <a:rPr lang="en-US" dirty="0"/>
              <a:t> </a:t>
            </a:r>
            <a:r>
              <a:rPr lang="en-US" dirty="0" err="1"/>
              <a:t>ажиллах</a:t>
            </a:r>
            <a:br>
              <a:rPr lang="en-US" dirty="0">
                <a:cs typeface="Arial"/>
              </a:rPr>
            </a:br>
            <a:endParaRPr lang="en-US" dirty="0"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 err="1">
                <a:solidFill>
                  <a:srgbClr val="000000"/>
                </a:solidFill>
                <a:latin typeface="Arial"/>
                <a:ea typeface="Calibri"/>
                <a:cs typeface="Arial"/>
              </a:rPr>
              <a:t>Өөрчлөлтөд</a:t>
            </a:r>
            <a:r>
              <a:rPr lang="en-US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Calibri"/>
                <a:cs typeface="Arial"/>
              </a:rPr>
              <a:t>хариу</a:t>
            </a:r>
            <a:r>
              <a:rPr lang="en-US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Calibri"/>
                <a:cs typeface="Arial"/>
              </a:rPr>
              <a:t>арга</a:t>
            </a:r>
            <a:r>
              <a:rPr lang="en-US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Calibri"/>
                <a:cs typeface="Arial"/>
              </a:rPr>
              <a:t>хэмжээ</a:t>
            </a:r>
            <a:r>
              <a:rPr lang="en-US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Calibri"/>
                <a:cs typeface="Arial"/>
              </a:rPr>
              <a:t>авах</a:t>
            </a:r>
          </a:p>
          <a:p>
            <a:endParaRPr lang="en-US" dirty="0">
              <a:ea typeface="Calibri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685802-F3A3-704C-9968-21977157CC74}"/>
              </a:ext>
            </a:extLst>
          </p:cNvPr>
          <p:cNvSpPr txBox="1"/>
          <p:nvPr/>
        </p:nvSpPr>
        <p:spPr>
          <a:xfrm>
            <a:off x="5121349" y="1391094"/>
            <a:ext cx="2782187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Scrum 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latin typeface="Arial"/>
                <a:ea typeface="Calibri"/>
                <a:cs typeface="Arial"/>
              </a:rPr>
              <a:t>Sprint: 1-4 </a:t>
            </a:r>
            <a:r>
              <a:rPr lang="en-US" dirty="0" err="1">
                <a:latin typeface="Arial"/>
                <a:ea typeface="Calibri"/>
                <a:cs typeface="Arial"/>
              </a:rPr>
              <a:t>долоо</a:t>
            </a:r>
            <a:r>
              <a:rPr lang="en-US" dirty="0">
                <a:latin typeface="Arial"/>
                <a:ea typeface="Calibri"/>
                <a:cs typeface="Arial"/>
              </a:rPr>
              <a:t> </a:t>
            </a:r>
            <a:r>
              <a:rPr lang="en-US" dirty="0" err="1">
                <a:latin typeface="Arial"/>
                <a:ea typeface="Calibri"/>
                <a:cs typeface="Arial"/>
              </a:rPr>
              <a:t>хоног</a:t>
            </a:r>
            <a:endParaRPr lang="en-US" dirty="0">
              <a:latin typeface="Arial"/>
              <a:ea typeface="Calibri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US" dirty="0"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latin typeface="Arial"/>
                <a:ea typeface="Calibri"/>
                <a:cs typeface="Arial"/>
              </a:rPr>
              <a:t>Daily meeting: 15 </a:t>
            </a:r>
            <a:r>
              <a:rPr lang="en-US" dirty="0" err="1">
                <a:latin typeface="Arial"/>
                <a:ea typeface="Calibri"/>
                <a:cs typeface="Arial"/>
              </a:rPr>
              <a:t>минут</a:t>
            </a:r>
            <a:endParaRPr lang="en-US" dirty="0">
              <a:latin typeface="Arial"/>
              <a:ea typeface="Calibri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US" dirty="0">
              <a:ea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/>
              <a:t>Sprint Review + Retrospective</a:t>
            </a:r>
          </a:p>
          <a:p>
            <a:pPr marL="285750" indent="-285750">
              <a:buFont typeface="Arial,Sans-Serif"/>
              <a:buChar char="•"/>
            </a:pPr>
            <a:endParaRPr lang="en-US" dirty="0"/>
          </a:p>
          <a:p>
            <a:pPr marL="285750" indent="-285750">
              <a:buFont typeface="Arial,Sans-Serif"/>
              <a:buChar char="•"/>
            </a:pPr>
            <a:r>
              <a:rPr lang="en-US" dirty="0"/>
              <a:t>Product Backlog </a:t>
            </a:r>
            <a:r>
              <a:rPr lang="en-US" dirty="0" err="1"/>
              <a:t>удирдлага</a:t>
            </a:r>
            <a:endParaRPr lang="en-US" dirty="0"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09E716-5769-1D9B-B04A-FFA4416EDBB5}"/>
              </a:ext>
            </a:extLst>
          </p:cNvPr>
          <p:cNvSpPr txBox="1"/>
          <p:nvPr/>
        </p:nvSpPr>
        <p:spPr>
          <a:xfrm>
            <a:off x="8630093" y="1391093"/>
            <a:ext cx="2667000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ea typeface="Calibri"/>
                <a:cs typeface="Arial"/>
              </a:rPr>
              <a:t>OKR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latin typeface="Arial"/>
                <a:ea typeface="Calibri"/>
                <a:cs typeface="Arial"/>
              </a:rPr>
              <a:t>Objective</a:t>
            </a:r>
            <a:r>
              <a:rPr lang="en-US" baseline="0" dirty="0">
                <a:latin typeface="Arial"/>
                <a:ea typeface="Calibri"/>
                <a:cs typeface="Arial"/>
              </a:rPr>
              <a:t>: </a:t>
            </a:r>
            <a:r>
              <a:rPr lang="en-US" dirty="0" err="1">
                <a:latin typeface="Arial"/>
                <a:ea typeface="Calibri"/>
                <a:cs typeface="Arial"/>
              </a:rPr>
              <a:t>Чиглэл</a:t>
            </a:r>
            <a:r>
              <a:rPr lang="en-US" dirty="0">
                <a:latin typeface="Arial"/>
                <a:ea typeface="Calibri"/>
                <a:cs typeface="Arial"/>
              </a:rPr>
              <a:t>, </a:t>
            </a:r>
            <a:r>
              <a:rPr lang="en-US" dirty="0" err="1">
                <a:latin typeface="Arial"/>
                <a:ea typeface="Calibri"/>
                <a:cs typeface="Arial"/>
              </a:rPr>
              <a:t>зорилго</a:t>
            </a:r>
            <a:endParaRPr lang="en-US" dirty="0">
              <a:latin typeface="Arial"/>
              <a:ea typeface="Calibri"/>
              <a:cs typeface="Arial"/>
            </a:endParaRPr>
          </a:p>
          <a:p>
            <a:endParaRPr lang="en-US" dirty="0">
              <a:ea typeface="Calibri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/>
              <a:t>Key Result: </a:t>
            </a:r>
            <a:r>
              <a:rPr lang="en-US" dirty="0" err="1"/>
              <a:t>Хэмжигдэхүйц</a:t>
            </a:r>
            <a:r>
              <a:rPr lang="en-US" dirty="0"/>
              <a:t> </a:t>
            </a:r>
            <a:r>
              <a:rPr lang="en-US" dirty="0" err="1"/>
              <a:t>үр</a:t>
            </a:r>
            <a:r>
              <a:rPr lang="en-US" dirty="0"/>
              <a:t> </a:t>
            </a:r>
            <a:r>
              <a:rPr lang="en-US" dirty="0" err="1"/>
              <a:t>дүн</a:t>
            </a:r>
            <a:endParaRPr lang="en-US" dirty="0" err="1">
              <a:cs typeface="Arial"/>
            </a:endParaRPr>
          </a:p>
          <a:p>
            <a:endParaRPr lang="en-US" dirty="0"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/>
              <a:t>Initiative: </a:t>
            </a:r>
            <a:r>
              <a:rPr lang="en-US" dirty="0" err="1"/>
              <a:t>Тодорхой</a:t>
            </a:r>
            <a:r>
              <a:rPr lang="en-US" dirty="0"/>
              <a:t> </a:t>
            </a:r>
            <a:r>
              <a:rPr lang="en-US" dirty="0" err="1"/>
              <a:t>арга</a:t>
            </a:r>
            <a:r>
              <a:rPr lang="en-US" dirty="0"/>
              <a:t> </a:t>
            </a:r>
            <a:r>
              <a:rPr lang="en-US" dirty="0" err="1"/>
              <a:t>хэмжээ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,Sans-Serif"/>
              <a:buChar char="•"/>
            </a:pP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Стратегийн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уялдаа</a:t>
            </a:r>
            <a:r>
              <a:rPr lang="en-US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endParaRPr lang="en-US" dirty="0">
              <a:cs typeface="Arial"/>
            </a:endParaRPr>
          </a:p>
          <a:p>
            <a:endParaRPr lang="en-US" dirty="0"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544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4">
          <a:extLst>
            <a:ext uri="{FF2B5EF4-FFF2-40B4-BE49-F238E27FC236}">
              <a16:creationId xmlns:a16="http://schemas.microsoft.com/office/drawing/2014/main" id="{E38BBDE6-8C3F-3377-6DE0-BDA2D0AF9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>
            <a:extLst>
              <a:ext uri="{FF2B5EF4-FFF2-40B4-BE49-F238E27FC236}">
                <a16:creationId xmlns:a16="http://schemas.microsoft.com/office/drawing/2014/main" id="{2A1F8B28-1224-5796-878C-DD04D2132A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5744" y="679898"/>
            <a:ext cx="11360800" cy="714439"/>
          </a:xfrm>
          <a:prstGeom prst="rect">
            <a:avLst/>
          </a:prstGeom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b="1" cap="all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JIRA СИСТЕМИЙН БҮТЭЦ</a:t>
            </a:r>
            <a:endParaRPr lang="en-US" dirty="0"/>
          </a:p>
          <a:p>
            <a:pPr>
              <a:lnSpc>
                <a:spcPct val="100000"/>
              </a:lnSpc>
              <a:spcBef>
                <a:spcPct val="0"/>
              </a:spcBef>
            </a:pPr>
            <a:br>
              <a:rPr lang="en-US" dirty="0"/>
            </a:br>
            <a:endParaRPr lang="en-US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4F40A3FC-0ACB-8CD6-3618-D94D419CB45F}"/>
              </a:ext>
            </a:extLst>
          </p:cNvPr>
          <p:cNvSpPr txBox="1">
            <a:spLocks/>
          </p:cNvSpPr>
          <p:nvPr/>
        </p:nvSpPr>
        <p:spPr>
          <a:xfrm>
            <a:off x="484441" y="1030257"/>
            <a:ext cx="10400182" cy="49336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•"/>
              <a:def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27000" indent="0" algn="just" defTabSz="914400">
              <a:lnSpc>
                <a:spcPct val="100000"/>
              </a:lnSpc>
              <a:buNone/>
            </a:pPr>
            <a:endParaRPr lang="en-US" sz="1600">
              <a:latin typeface="Arial"/>
              <a:ea typeface="Roboto" panose="02000000000000000000" pitchFamily="2" charset="0"/>
              <a:cs typeface="Times New Roman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2D44D-6DE1-B6DB-FD71-68C0E641A82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631BA11-B873-43E1-B5E5-099F01C0B2AF}" type="datetime1">
              <a:rPr lang="mn-MN" smtClean="0"/>
              <a:t>2026.04.07</a:t>
            </a:fld>
            <a:endParaRPr lang="m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EEB30-3F92-1DCB-CE6D-9C8C47AA5C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mn" smtClean="0"/>
              <a:pPr/>
              <a:t>6</a:t>
            </a:fld>
            <a:endParaRPr lang="m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2450A9-2D42-C767-A3A5-2732406E9AB3}"/>
              </a:ext>
            </a:extLst>
          </p:cNvPr>
          <p:cNvSpPr txBox="1"/>
          <p:nvPr/>
        </p:nvSpPr>
        <p:spPr>
          <a:xfrm>
            <a:off x="1599037" y="1294458"/>
            <a:ext cx="4226026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>
                <a:cs typeface="Arial"/>
              </a:rPr>
              <a:t>Project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Epic</a:t>
            </a:r>
          </a:p>
          <a:p>
            <a:pPr marL="285750" indent="-285750">
              <a:buFont typeface="Arial"/>
              <a:buChar char="•"/>
            </a:pPr>
            <a:endParaRPr lang="en-US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err="1">
                <a:cs typeface="Arial"/>
              </a:rPr>
              <a:t>Histoty</a:t>
            </a:r>
            <a:endParaRPr lang="en-US" dirty="0" err="1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Task</a:t>
            </a:r>
            <a:endParaRPr lang="en-US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Sub-task/Bug</a:t>
            </a:r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2715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4">
          <a:extLst>
            <a:ext uri="{FF2B5EF4-FFF2-40B4-BE49-F238E27FC236}">
              <a16:creationId xmlns:a16="http://schemas.microsoft.com/office/drawing/2014/main" id="{4107D452-D3BF-9F49-2810-96F1A56B3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>
            <a:extLst>
              <a:ext uri="{FF2B5EF4-FFF2-40B4-BE49-F238E27FC236}">
                <a16:creationId xmlns:a16="http://schemas.microsoft.com/office/drawing/2014/main" id="{A75CF96D-C068-7310-283A-E5CE348418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7139" y="679898"/>
            <a:ext cx="11360800" cy="714439"/>
          </a:xfrm>
          <a:prstGeom prst="rect">
            <a:avLst/>
          </a:prstGeom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b="1" cap="all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АЖЛЫН УРСГАЛ (WORKFLOW)</a:t>
            </a:r>
            <a:endParaRPr lang="en-US" dirty="0"/>
          </a:p>
          <a:p>
            <a:pPr>
              <a:lnSpc>
                <a:spcPct val="100000"/>
              </a:lnSpc>
              <a:spcBef>
                <a:spcPct val="0"/>
              </a:spcBef>
            </a:pPr>
            <a:br>
              <a:rPr lang="en-US" dirty="0"/>
            </a:br>
            <a:endParaRPr lang="en-US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25369CF6-69A3-5DF3-2E01-B08F2D704D57}"/>
              </a:ext>
            </a:extLst>
          </p:cNvPr>
          <p:cNvSpPr txBox="1">
            <a:spLocks/>
          </p:cNvSpPr>
          <p:nvPr/>
        </p:nvSpPr>
        <p:spPr>
          <a:xfrm>
            <a:off x="484441" y="1030257"/>
            <a:ext cx="10400182" cy="49336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•"/>
              <a:def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27000" indent="0" algn="just" defTabSz="914400">
              <a:lnSpc>
                <a:spcPct val="100000"/>
              </a:lnSpc>
              <a:buNone/>
            </a:pPr>
            <a:endParaRPr lang="en-US" sz="1600">
              <a:latin typeface="Arial"/>
              <a:ea typeface="Roboto" panose="02000000000000000000" pitchFamily="2" charset="0"/>
              <a:cs typeface="Times New Roman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6B6BD-1133-31C8-B6F5-369D4A93163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631BA11-B873-43E1-B5E5-099F01C0B2AF}" type="datetime1">
              <a:rPr lang="mn-MN" smtClean="0"/>
              <a:t>2026.04.07</a:t>
            </a:fld>
            <a:endParaRPr lang="m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62AFB-1EF8-EBD0-9AEE-B1F21CF038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mn" smtClean="0"/>
              <a:pPr/>
              <a:t>7</a:t>
            </a:fld>
            <a:endParaRPr lang="m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58A41-3746-4038-6CC7-FC6FAE8F3E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1483" y="226381"/>
            <a:ext cx="2009775" cy="58197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1264F5-51C1-8560-4C31-0F2155B7C4EA}"/>
              </a:ext>
            </a:extLst>
          </p:cNvPr>
          <p:cNvSpPr txBox="1"/>
          <p:nvPr/>
        </p:nvSpPr>
        <p:spPr>
          <a:xfrm>
            <a:off x="1027139" y="1636295"/>
            <a:ext cx="43630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n-MN" dirty="0"/>
              <a:t>Энэхүү судалгаанд: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Task → In Progress → Done </a:t>
            </a:r>
            <a:r>
              <a:rPr lang="mn-MN" dirty="0"/>
              <a:t>урсгалыг ашигласан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Sprint </a:t>
            </a:r>
            <a:r>
              <a:rPr lang="mn-MN" dirty="0"/>
              <a:t>бүр дээр хэмжилт хийсэн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47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4">
          <a:extLst>
            <a:ext uri="{FF2B5EF4-FFF2-40B4-BE49-F238E27FC236}">
              <a16:creationId xmlns:a16="http://schemas.microsoft.com/office/drawing/2014/main" id="{BD70123F-9A68-2119-4BA2-B46E6D929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>
            <a:extLst>
              <a:ext uri="{FF2B5EF4-FFF2-40B4-BE49-F238E27FC236}">
                <a16:creationId xmlns:a16="http://schemas.microsoft.com/office/drawing/2014/main" id="{E8E3C26E-083F-4958-08F9-8C3CCA709A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2581" y="281177"/>
            <a:ext cx="11360800" cy="714439"/>
          </a:xfrm>
          <a:prstGeom prst="rect">
            <a:avLst/>
          </a:prstGeom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000" b="1" cap="all" dirty="0">
                <a:latin typeface="Times New Roman"/>
                <a:cs typeface="Times New Roman"/>
              </a:rPr>
              <a:t>KPI </a:t>
            </a:r>
            <a:r>
              <a:rPr lang="mn-MN" sz="2000" b="1" cap="all" dirty="0">
                <a:latin typeface="Times New Roman"/>
                <a:cs typeface="Times New Roman"/>
              </a:rPr>
              <a:t>шинжилгээ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26AED4FA-953E-3832-ABA8-0C2F2591404F}"/>
              </a:ext>
            </a:extLst>
          </p:cNvPr>
          <p:cNvSpPr txBox="1">
            <a:spLocks/>
          </p:cNvSpPr>
          <p:nvPr/>
        </p:nvSpPr>
        <p:spPr>
          <a:xfrm>
            <a:off x="484441" y="1030257"/>
            <a:ext cx="10400182" cy="49336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•"/>
              <a:def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26997" indent="0">
              <a:buNone/>
            </a:pPr>
            <a:endParaRPr lang="mn-MN" sz="1600" dirty="0">
              <a:solidFill>
                <a:schemeClr val="tx1"/>
              </a:solidFill>
            </a:endParaRP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Sprint Velocity - </a:t>
            </a:r>
            <a:r>
              <a:rPr lang="mn-M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бүтээмж </a:t>
            </a: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Cycle Time - </a:t>
            </a:r>
            <a:r>
              <a:rPr lang="mn-M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хурд </a:t>
            </a: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Bug Rate - </a:t>
            </a:r>
            <a:r>
              <a:rPr lang="mn-M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чанар </a:t>
            </a:r>
          </a:p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SP Accuracy - </a:t>
            </a:r>
            <a:r>
              <a:rPr lang="mn-M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төлөвлөлт</a:t>
            </a:r>
          </a:p>
          <a:p>
            <a:pPr marL="127000" indent="0" algn="just" defTabSz="914400">
              <a:lnSpc>
                <a:spcPct val="100000"/>
              </a:lnSpc>
              <a:buNone/>
            </a:pPr>
            <a:endParaRPr lang="en-US" sz="1600" dirty="0">
              <a:latin typeface="Arial"/>
              <a:ea typeface="Roboto" panose="02000000000000000000" pitchFamily="2" charset="0"/>
              <a:cs typeface="Times New Roman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2BD0D-5E43-9B3A-10AF-2E825BECCA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631BA11-B873-43E1-B5E5-099F01C0B2AF}" type="datetime1">
              <a:rPr lang="mn-MN" smtClean="0"/>
              <a:t>2026.04.07</a:t>
            </a:fld>
            <a:endParaRPr lang="m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6A506-5F1B-6F1A-73E5-09BF82D5B2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mn" smtClean="0"/>
              <a:pPr/>
              <a:t>8</a:t>
            </a:fld>
            <a:endParaRPr lang="mn"/>
          </a:p>
        </p:txBody>
      </p:sp>
    </p:spTree>
    <p:extLst>
      <p:ext uri="{BB962C8B-B14F-4D97-AF65-F5344CB8AC3E}">
        <p14:creationId xmlns:p14="http://schemas.microsoft.com/office/powerpoint/2010/main" val="1240752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4">
          <a:extLst>
            <a:ext uri="{FF2B5EF4-FFF2-40B4-BE49-F238E27FC236}">
              <a16:creationId xmlns:a16="http://schemas.microsoft.com/office/drawing/2014/main" id="{4CDF43B8-6FA5-C86C-DDFA-1EF4AC833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>
            <a:extLst>
              <a:ext uri="{FF2B5EF4-FFF2-40B4-BE49-F238E27FC236}">
                <a16:creationId xmlns:a16="http://schemas.microsoft.com/office/drawing/2014/main" id="{CEB29AE4-AF5F-36B5-3A95-A4EA43D60C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2581" y="281177"/>
            <a:ext cx="11360800" cy="714439"/>
          </a:xfrm>
          <a:prstGeom prst="rect">
            <a:avLst/>
          </a:prstGeom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000" b="1" cap="all" dirty="0">
                <a:latin typeface="Times New Roman"/>
                <a:cs typeface="Times New Roman"/>
              </a:rPr>
              <a:t>OKR </a:t>
            </a:r>
            <a:r>
              <a:rPr lang="mn-MN" sz="2000" b="1" cap="all" dirty="0">
                <a:latin typeface="Times New Roman"/>
                <a:cs typeface="Times New Roman"/>
              </a:rPr>
              <a:t>зорилтууд </a:t>
            </a:r>
            <a:r>
              <a:rPr lang="en-US" sz="2000" b="1" cap="all" dirty="0">
                <a:latin typeface="Times New Roman"/>
                <a:cs typeface="Times New Roman"/>
              </a:rPr>
              <a:t>KPI-</a:t>
            </a:r>
            <a:r>
              <a:rPr lang="mn-MN" sz="2000" b="1" cap="all" dirty="0">
                <a:latin typeface="Times New Roman"/>
                <a:cs typeface="Times New Roman"/>
              </a:rPr>
              <a:t>р хэмжигдсэн</a:t>
            </a:r>
            <a:endParaRPr lang="en-US" sz="2000" b="1" cap="all" dirty="0">
              <a:latin typeface="Times New Roman"/>
              <a:cs typeface="Times New Roman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9DC40F-10FD-CE68-8C70-73859B9E1D2F}"/>
              </a:ext>
            </a:extLst>
          </p:cNvPr>
          <p:cNvSpPr txBox="1">
            <a:spLocks/>
          </p:cNvSpPr>
          <p:nvPr/>
        </p:nvSpPr>
        <p:spPr>
          <a:xfrm>
            <a:off x="484441" y="1030257"/>
            <a:ext cx="10400182" cy="49336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•"/>
              <a:def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27000" indent="0" algn="just" defTabSz="914400">
              <a:lnSpc>
                <a:spcPct val="100000"/>
              </a:lnSpc>
              <a:buNone/>
            </a:pPr>
            <a:endParaRPr lang="en-US" sz="1600">
              <a:latin typeface="Arial"/>
              <a:ea typeface="Roboto" panose="02000000000000000000" pitchFamily="2" charset="0"/>
              <a:cs typeface="Times New Roman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CF390-531D-366E-5E00-2C3B8BFC3F6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631BA11-B873-43E1-B5E5-099F01C0B2AF}" type="datetime1">
              <a:rPr lang="mn-MN" smtClean="0"/>
              <a:t>2026.04.07</a:t>
            </a:fld>
            <a:endParaRPr lang="m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81155-4BD7-6D4D-FD31-34165E7A32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mn" smtClean="0"/>
              <a:pPr/>
              <a:t>9</a:t>
            </a:fld>
            <a:endParaRPr lang="m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7A9984-17EE-DA99-109D-05C4C09FB3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72909"/>
              </p:ext>
            </p:extLst>
          </p:nvPr>
        </p:nvGraphicFramePr>
        <p:xfrm>
          <a:off x="773511" y="1050462"/>
          <a:ext cx="7504824" cy="3909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6206">
                  <a:extLst>
                    <a:ext uri="{9D8B030D-6E8A-4147-A177-3AD203B41FA5}">
                      <a16:colId xmlns:a16="http://schemas.microsoft.com/office/drawing/2014/main" val="4155931522"/>
                    </a:ext>
                  </a:extLst>
                </a:gridCol>
                <a:gridCol w="1876206">
                  <a:extLst>
                    <a:ext uri="{9D8B030D-6E8A-4147-A177-3AD203B41FA5}">
                      <a16:colId xmlns:a16="http://schemas.microsoft.com/office/drawing/2014/main" val="3824199467"/>
                    </a:ext>
                  </a:extLst>
                </a:gridCol>
                <a:gridCol w="1876206">
                  <a:extLst>
                    <a:ext uri="{9D8B030D-6E8A-4147-A177-3AD203B41FA5}">
                      <a16:colId xmlns:a16="http://schemas.microsoft.com/office/drawing/2014/main" val="1041088658"/>
                    </a:ext>
                  </a:extLst>
                </a:gridCol>
                <a:gridCol w="1876206">
                  <a:extLst>
                    <a:ext uri="{9D8B030D-6E8A-4147-A177-3AD203B41FA5}">
                      <a16:colId xmlns:a16="http://schemas.microsoft.com/office/drawing/2014/main" val="300525761"/>
                    </a:ext>
                  </a:extLst>
                </a:gridCol>
              </a:tblGrid>
              <a:tr h="737225">
                <a:tc>
                  <a:txBody>
                    <a:bodyPr/>
                    <a:lstStyle/>
                    <a:p>
                      <a:r>
                        <a:rPr lang="en-US" dirty="0"/>
                        <a:t>OKR </a:t>
                      </a:r>
                      <a:r>
                        <a:rPr lang="mn-MN" dirty="0"/>
                        <a:t>зорилого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n-MN" dirty="0"/>
                        <a:t>Биелэлт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049481"/>
                  </a:ext>
                </a:extLst>
              </a:tr>
              <a:tr h="737225">
                <a:tc>
                  <a:txBody>
                    <a:bodyPr/>
                    <a:lstStyle/>
                    <a:p>
                      <a:r>
                        <a:rPr lang="mn-MN" dirty="0"/>
                        <a:t>Хэрэглэгч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Cycle time 30% </a:t>
                      </a:r>
                      <a:r>
                        <a:rPr lang="mn-MN" dirty="0"/>
                        <a:t>бууруулах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Cycle time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950517"/>
                  </a:ext>
                </a:extLst>
              </a:tr>
              <a:tr h="737225">
                <a:tc>
                  <a:txBody>
                    <a:bodyPr/>
                    <a:lstStyle/>
                    <a:p>
                      <a:r>
                        <a:rPr lang="mn-MN" dirty="0"/>
                        <a:t>Чанарыг нэмэгдүүлэх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Bug rate&lt;20%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Bug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513042"/>
                  </a:ext>
                </a:extLst>
              </a:tr>
              <a:tr h="737225">
                <a:tc>
                  <a:txBody>
                    <a:bodyPr/>
                    <a:lstStyle/>
                    <a:p>
                      <a:r>
                        <a:rPr lang="mn-MN" dirty="0"/>
                        <a:t>Бүтээмж нэмэгдүүлэх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Velocity 40+SP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Sprint 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023303"/>
                  </a:ext>
                </a:extLst>
              </a:tr>
              <a:tr h="737225">
                <a:tc>
                  <a:txBody>
                    <a:bodyPr/>
                    <a:lstStyle/>
                    <a:p>
                      <a:r>
                        <a:rPr lang="mn-MN" dirty="0"/>
                        <a:t>Тооцоолол сайжруулах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 </a:t>
                      </a:r>
                      <a:r>
                        <a:rPr lang="mn-MN" dirty="0"/>
                        <a:t>нарийвчлал 80</a:t>
                      </a:r>
                      <a:r>
                        <a:rPr lang="en-US" dirty="0"/>
                        <a:t>%+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853175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FA11BD8C-12F1-AB47-93E7-94EB2528C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0942" y="637821"/>
            <a:ext cx="3624595" cy="492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117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D0BB6-CD4F-469D-E2C7-B46E06050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599" y="384367"/>
            <a:ext cx="11360800" cy="763600"/>
          </a:xfrm>
        </p:spPr>
        <p:txBody>
          <a:bodyPr/>
          <a:lstStyle/>
          <a:p>
            <a:r>
              <a:rPr lang="mn-MN" b="1" cap="all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Дашбоард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19547-6C2D-D2EF-C26B-1C07079AE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AFD1A-A104-40AD-DAA2-2B8E4F9FFEA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24B3B50-9E6E-4F25-A631-8F17A7F36BEA}" type="datetime1">
              <a:rPr lang="mn-MN" smtClean="0"/>
              <a:pPr/>
              <a:t>2026.04.08</a:t>
            </a:fld>
            <a:endParaRPr lang="mn-M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4D554E-88C2-F250-B2FF-1B0E49E84E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mn" smtClean="0"/>
              <a:pPr/>
              <a:t>10</a:t>
            </a:fld>
            <a:endParaRPr lang="m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C57410-BD20-723D-EFC2-FE3751DDE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3508"/>
            <a:ext cx="12192000" cy="582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26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4">
          <a:extLst>
            <a:ext uri="{FF2B5EF4-FFF2-40B4-BE49-F238E27FC236}">
              <a16:creationId xmlns:a16="http://schemas.microsoft.com/office/drawing/2014/main" id="{55B80975-ACB1-1117-19AF-D2DE0E2B8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>
            <a:extLst>
              <a:ext uri="{FF2B5EF4-FFF2-40B4-BE49-F238E27FC236}">
                <a16:creationId xmlns:a16="http://schemas.microsoft.com/office/drawing/2014/main" id="{D486D295-A8C1-4407-49E5-17314D0424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2581" y="281177"/>
            <a:ext cx="11360800" cy="714439"/>
          </a:xfrm>
          <a:prstGeom prst="rect">
            <a:avLst/>
          </a:prstGeom>
        </p:spPr>
        <p:txBody>
          <a:bodyPr spcFirstLastPara="1" wrap="square" lIns="91433" tIns="45700" rIns="91433" bIns="45700" anchor="ctr" anchorCtr="0">
            <a:noAutofit/>
          </a:bodyPr>
          <a:lstStyle/>
          <a:p>
            <a:r>
              <a:rPr lang="mn-MN" b="1" cap="all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Дашбоард СТАТИСТИК ДҮН ШИНЖИЛГЭЭ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8386D01A-BAAB-B87B-08C7-7074CE34AA06}"/>
              </a:ext>
            </a:extLst>
          </p:cNvPr>
          <p:cNvSpPr txBox="1">
            <a:spLocks/>
          </p:cNvSpPr>
          <p:nvPr/>
        </p:nvSpPr>
        <p:spPr>
          <a:xfrm>
            <a:off x="484441" y="1030257"/>
            <a:ext cx="10400182" cy="49336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•"/>
              <a:def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127000" indent="0" algn="just" defTabSz="914400">
              <a:lnSpc>
                <a:spcPct val="100000"/>
              </a:lnSpc>
              <a:buNone/>
            </a:pPr>
            <a:endParaRPr lang="en-US" sz="1600">
              <a:latin typeface="Arial"/>
              <a:ea typeface="Roboto" panose="02000000000000000000" pitchFamily="2" charset="0"/>
              <a:cs typeface="Times New Roman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BA80D-8BBB-2E80-6635-43598EE9C8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631BA11-B873-43E1-B5E5-099F01C0B2AF}" type="datetime1">
              <a:rPr lang="mn-MN" smtClean="0"/>
              <a:t>2026.04.07</a:t>
            </a:fld>
            <a:endParaRPr lang="m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1E678-D77C-4AE6-A408-410D832914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mn" smtClean="0"/>
              <a:pPr/>
              <a:t>11</a:t>
            </a:fld>
            <a:endParaRPr lang="m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C818A0-D45C-5FE5-BB95-572C4146BA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186" y="3406541"/>
            <a:ext cx="5422676" cy="29844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31B877-6586-4C98-3B51-148550C75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961" y="938516"/>
            <a:ext cx="5002172" cy="27656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32D333-5F05-06CA-EC29-0EE7F4E128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87" y="938516"/>
            <a:ext cx="5122915" cy="243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48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4">
          <a:extLst>
            <a:ext uri="{FF2B5EF4-FFF2-40B4-BE49-F238E27FC236}">
              <a16:creationId xmlns:a16="http://schemas.microsoft.com/office/drawing/2014/main" id="{4FD50353-1B8A-61F3-EAF1-FC5B48C59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>
            <a:extLst>
              <a:ext uri="{FF2B5EF4-FFF2-40B4-BE49-F238E27FC236}">
                <a16:creationId xmlns:a16="http://schemas.microsoft.com/office/drawing/2014/main" id="{0A5AA781-6166-C7B5-B2FB-748D5C94F1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2581" y="281177"/>
            <a:ext cx="11360800" cy="714439"/>
          </a:xfrm>
          <a:prstGeom prst="rect">
            <a:avLst/>
          </a:prstGeom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mn-MN" sz="2000" b="1" cap="all" dirty="0">
                <a:latin typeface="Times New Roman"/>
                <a:cs typeface="Times New Roman"/>
              </a:rPr>
              <a:t>ДҮГНЭЛТ</a:t>
            </a:r>
            <a:br>
              <a:rPr lang="mn-MN" sz="2000" b="1" cap="all" dirty="0">
                <a:latin typeface="Times New Roman"/>
                <a:cs typeface="Times New Roman"/>
              </a:rPr>
            </a:br>
            <a:endParaRPr lang="en-US" sz="2000" b="1" cap="all" dirty="0">
              <a:latin typeface="Times New Roman"/>
              <a:cs typeface="Times New Roman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944A1B76-A621-333B-7FED-8C230F1ED2E8}"/>
              </a:ext>
            </a:extLst>
          </p:cNvPr>
          <p:cNvSpPr txBox="1">
            <a:spLocks/>
          </p:cNvSpPr>
          <p:nvPr/>
        </p:nvSpPr>
        <p:spPr>
          <a:xfrm>
            <a:off x="484441" y="1030257"/>
            <a:ext cx="10400182" cy="49336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•"/>
              <a:def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dirty="0"/>
              <a:t>Agile-Scrum + OKR </a:t>
            </a:r>
            <a:r>
              <a:rPr lang="mn-MN" dirty="0"/>
              <a:t>нэгтгэл нь байгууллагын стратегийг ажлын гүйцэтгэлтэй шууд холбогдсон </a:t>
            </a:r>
          </a:p>
          <a:p>
            <a:r>
              <a:rPr lang="en-US" dirty="0"/>
              <a:t>KPI </a:t>
            </a:r>
            <a:r>
              <a:rPr lang="mn-MN" dirty="0"/>
              <a:t>хэмжилт нь шийдвэр гаргалтыг дэмжсэн</a:t>
            </a:r>
          </a:p>
          <a:p>
            <a:r>
              <a:rPr lang="en-US" dirty="0"/>
              <a:t>Sprint velocity 28.9%-</a:t>
            </a:r>
            <a:r>
              <a:rPr lang="mn-MN" dirty="0"/>
              <a:t>иар өсч, </a:t>
            </a:r>
            <a:r>
              <a:rPr lang="en-US" dirty="0"/>
              <a:t>cycle time 38.7%-</a:t>
            </a:r>
            <a:r>
              <a:rPr lang="mn-MN" dirty="0"/>
              <a:t>иар буурсан — статистикийн хувьд нотлогдсон (</a:t>
            </a:r>
            <a:r>
              <a:rPr lang="en-US" dirty="0"/>
              <a:t>p=0.032)</a:t>
            </a:r>
          </a:p>
          <a:p>
            <a:r>
              <a:rPr lang="en-US" dirty="0"/>
              <a:t>8+ SP-</a:t>
            </a:r>
            <a:r>
              <a:rPr lang="mn-MN" dirty="0"/>
              <a:t>аас том ажлуудыг жижиглэх нь нарийвчлалыг 89% болгон нэмэгдүүлдэг</a:t>
            </a:r>
          </a:p>
          <a:p>
            <a:r>
              <a:rPr lang="mn-MN" dirty="0"/>
              <a:t>Өгөгдөлд суурилсан </a:t>
            </a:r>
            <a:r>
              <a:rPr lang="en-US" dirty="0"/>
              <a:t>JIRA </a:t>
            </a:r>
            <a:r>
              <a:rPr lang="mn-MN" dirty="0"/>
              <a:t>дашбоард нь ил тод хяналт, зөв шийдвэр гаргалтыг дэмждэг</a:t>
            </a:r>
          </a:p>
          <a:p>
            <a:pPr marL="126997" indent="0">
              <a:buNone/>
            </a:pPr>
            <a:br>
              <a:rPr lang="mn-MN" sz="1600" dirty="0"/>
            </a:br>
            <a:br>
              <a:rPr lang="mn-MN" sz="1600" dirty="0"/>
            </a:br>
            <a:endParaRPr lang="en-US" sz="1600" dirty="0">
              <a:latin typeface="Arial"/>
              <a:ea typeface="Roboto" panose="02000000000000000000" pitchFamily="2" charset="0"/>
              <a:cs typeface="Times New Roman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2FCCE-9971-3CA6-75A2-FCD446CABC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631BA11-B873-43E1-B5E5-099F01C0B2AF}" type="datetime1">
              <a:rPr lang="mn-MN" smtClean="0"/>
              <a:t>2026.04.07</a:t>
            </a:fld>
            <a:endParaRPr lang="mn-M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2CC84-C8F3-3E0A-9D01-2D812A5F22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mn" smtClean="0"/>
              <a:pPr/>
              <a:t>12</a:t>
            </a:fld>
            <a:endParaRPr lang="mn"/>
          </a:p>
        </p:txBody>
      </p:sp>
    </p:spTree>
    <p:extLst>
      <p:ext uri="{BB962C8B-B14F-4D97-AF65-F5344CB8AC3E}">
        <p14:creationId xmlns:p14="http://schemas.microsoft.com/office/powerpoint/2010/main" val="2220896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/>
        </p:nvSpPr>
        <p:spPr>
          <a:xfrm>
            <a:off x="898065" y="2774857"/>
            <a:ext cx="10093377" cy="1314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>
              <a:lnSpc>
                <a:spcPct val="114999"/>
              </a:lnSpc>
            </a:pPr>
            <a:r>
              <a:rPr lang="mn-MN" sz="3200" b="1">
                <a:solidFill>
                  <a:srgbClr val="1F1A6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Montserrat"/>
              </a:rPr>
              <a:t>АНХААРАЛ ТАВЬСАНД БАЯРЛАЛАА</a:t>
            </a:r>
            <a:r>
              <a:rPr lang="en-US" sz="3200" b="1">
                <a:solidFill>
                  <a:srgbClr val="1F1A6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Montserrat"/>
              </a:rPr>
              <a:t>!</a:t>
            </a:r>
            <a:endParaRPr lang="mn-MN" sz="3200" b="1">
              <a:solidFill>
                <a:srgbClr val="1F1A6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000660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912b3c9c-2d4d-4ea3-b290-f94e9d470a94">
      <UserInfo>
        <DisplayName>Tumenbold Dashzeveg</DisplayName>
        <AccountId>18</AccountId>
        <AccountType/>
      </UserInfo>
      <UserInfo>
        <DisplayName>Batnaran Battulga</DisplayName>
        <AccountId>76</AccountId>
        <AccountType/>
      </UserInfo>
      <UserInfo>
        <DisplayName>Sergelen Batchuluun</DisplayName>
        <AccountId>660</AccountId>
        <AccountType/>
      </UserInfo>
    </SharedWithUsers>
    <lcf76f155ced4ddcb4097134ff3c332f xmlns="d59e78f2-eaab-4a67-9d10-a4c680edeaa5">
      <Terms xmlns="http://schemas.microsoft.com/office/infopath/2007/PartnerControls"/>
    </lcf76f155ced4ddcb4097134ff3c332f>
    <TaxCatchAll xmlns="912b3c9c-2d4d-4ea3-b290-f94e9d470a9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431DCBD66E5841838A478DAADF1A9F" ma:contentTypeVersion="13" ma:contentTypeDescription="Create a new document." ma:contentTypeScope="" ma:versionID="04167b38ac4ba40305db6fbccdd23cda">
  <xsd:schema xmlns:xsd="http://www.w3.org/2001/XMLSchema" xmlns:xs="http://www.w3.org/2001/XMLSchema" xmlns:p="http://schemas.microsoft.com/office/2006/metadata/properties" xmlns:ns2="912b3c9c-2d4d-4ea3-b290-f94e9d470a94" xmlns:ns3="d59e78f2-eaab-4a67-9d10-a4c680edeaa5" targetNamespace="http://schemas.microsoft.com/office/2006/metadata/properties" ma:root="true" ma:fieldsID="887d01cdf852ab18211328e82f6f1011" ns2:_="" ns3:_="">
    <xsd:import namespace="912b3c9c-2d4d-4ea3-b290-f94e9d470a94"/>
    <xsd:import namespace="d59e78f2-eaab-4a67-9d10-a4c680edeaa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2b3c9c-2d4d-4ea3-b290-f94e9d470a9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1f31ccb1-1273-4756-b665-315075d1d6de}" ma:internalName="TaxCatchAll" ma:showField="CatchAllData" ma:web="912b3c9c-2d4d-4ea3-b290-f94e9d470a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9e78f2-eaab-4a67-9d10-a4c680edeaa5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99afe36-bc78-401c-94f4-d0ce26b693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C216A9-5742-48B0-B651-E10302ADFDBD}">
  <ds:schemaRefs>
    <ds:schemaRef ds:uri="d59e78f2-eaab-4a67-9d10-a4c680edeaa5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912b3c9c-2d4d-4ea3-b290-f94e9d470a94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21406D1-867A-41A9-AEC2-2A787CAF9F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61B812-87D1-4748-9548-909F8B7B1473}">
  <ds:schemaRefs>
    <ds:schemaRef ds:uri="912b3c9c-2d4d-4ea3-b290-f94e9d470a94"/>
    <ds:schemaRef ds:uri="d59e78f2-eaab-4a67-9d10-a4c680edea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497</Words>
  <Application>Microsoft Office PowerPoint</Application>
  <PresentationFormat>Widescreen</PresentationFormat>
  <Paragraphs>146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Arial,Sans-Serif</vt:lpstr>
      <vt:lpstr>Calibri</vt:lpstr>
      <vt:lpstr>Montserrat</vt:lpstr>
      <vt:lpstr>Open Sans</vt:lpstr>
      <vt:lpstr>Times New Roman</vt:lpstr>
      <vt:lpstr>Office Theme</vt:lpstr>
      <vt:lpstr>PowerPoint Presentation</vt:lpstr>
      <vt:lpstr>PowerPoint Presentation</vt:lpstr>
      <vt:lpstr>ОРШИЛ БА СУДАЛГААНЫ ҮНДЭСЛЭЛ 01 · ОРШИЛ БА СУДАЛГААНЫ ҮНДЭСЛЭЛ   </vt:lpstr>
      <vt:lpstr>Зорилго</vt:lpstr>
      <vt:lpstr>ОНОЛЫН ХЭСЭГ  </vt:lpstr>
      <vt:lpstr>JIRA СИСТЕМИЙН БҮТЭЦ  </vt:lpstr>
      <vt:lpstr>АЖЛЫН УРСГАЛ (WORKFLOW)  </vt:lpstr>
      <vt:lpstr>KPI шинжилгээ</vt:lpstr>
      <vt:lpstr>OKR зорилтууд KPI-р хэмжигдсэн</vt:lpstr>
      <vt:lpstr> Дашбоард </vt:lpstr>
      <vt:lpstr>Дашбоард СТАТИСТИК ДҮН ШИНЖИЛГЭЭ</vt:lpstr>
      <vt:lpstr>ДҮГНЭЛТ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Педагог, андролог, хьютагоги</dc:title>
  <dc:creator>Sergelen</dc:creator>
  <cp:lastModifiedBy>Namuunzul Erdenebaatar [UGG]</cp:lastModifiedBy>
  <cp:revision>145</cp:revision>
  <dcterms:created xsi:type="dcterms:W3CDTF">2021-01-19T12:54:02Z</dcterms:created>
  <dcterms:modified xsi:type="dcterms:W3CDTF">2026-04-08T03:14:09Z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0x01010015431DCBD66E5841838A478DAADF1A9F</vt:lpwstr>
  </property>
  <property fmtid="{D5CDD505-2E9C-101B-9397-08002B2CF9AE}" pid="3" name="MediaServiceImageTags">
    <vt:lpwstr/>
  </property>
</Properties>
</file>