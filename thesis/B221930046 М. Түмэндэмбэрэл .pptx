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0" r:id="rId4"/>
  </p:sldMasterIdLst>
  <p:notesMasterIdLst>
    <p:notesMasterId r:id="rId41"/>
  </p:notesMasterIdLst>
  <p:sldIdLst>
    <p:sldId id="282" r:id="rId5"/>
    <p:sldId id="284" r:id="rId6"/>
    <p:sldId id="304" r:id="rId7"/>
    <p:sldId id="351" r:id="rId8"/>
    <p:sldId id="350" r:id="rId9"/>
    <p:sldId id="342" r:id="rId10"/>
    <p:sldId id="343" r:id="rId11"/>
    <p:sldId id="348" r:id="rId12"/>
    <p:sldId id="349" r:id="rId13"/>
    <p:sldId id="307" r:id="rId14"/>
    <p:sldId id="341" r:id="rId15"/>
    <p:sldId id="345" r:id="rId16"/>
    <p:sldId id="346" r:id="rId17"/>
    <p:sldId id="310" r:id="rId18"/>
    <p:sldId id="311" r:id="rId19"/>
    <p:sldId id="317" r:id="rId20"/>
    <p:sldId id="324" r:id="rId21"/>
    <p:sldId id="329" r:id="rId22"/>
    <p:sldId id="330" r:id="rId23"/>
    <p:sldId id="344" r:id="rId24"/>
    <p:sldId id="347" r:id="rId25"/>
    <p:sldId id="332" r:id="rId26"/>
    <p:sldId id="333" r:id="rId27"/>
    <p:sldId id="315" r:id="rId28"/>
    <p:sldId id="316" r:id="rId29"/>
    <p:sldId id="334" r:id="rId30"/>
    <p:sldId id="335" r:id="rId31"/>
    <p:sldId id="336" r:id="rId32"/>
    <p:sldId id="318" r:id="rId33"/>
    <p:sldId id="326" r:id="rId34"/>
    <p:sldId id="321" r:id="rId35"/>
    <p:sldId id="320" r:id="rId36"/>
    <p:sldId id="327" r:id="rId37"/>
    <p:sldId id="328" r:id="rId38"/>
    <p:sldId id="325" r:id="rId39"/>
    <p:sldId id="31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1A6C"/>
    <a:srgbClr val="F7C6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2600EE-E134-DE56-8EF7-E4B64DEA697B}" v="11" dt="2026-04-08T03:21:31.886"/>
    <p1510:client id="{195F977E-ED91-0DB0-96AB-1441B7B78AEB}" v="29" dt="2026-04-08T03:12:21.640"/>
    <p1510:client id="{3661F6DD-B011-290F-BB4E-3046CDC92465}" v="9" dt="2026-04-08T03:56:21.429"/>
    <p1510:client id="{5572C08E-2D12-0495-44E9-FBE0CBA6CEF4}" v="7" dt="2026-04-07T10:41:09.898"/>
    <p1510:client id="{BF8FB68A-9BAA-8EB9-49F9-526EEE8ED79E}" v="142" dt="2026-04-08T03:19:44.938"/>
    <p1510:client id="{E9400C9D-94DC-3AA8-3F4E-47D88EB52514}" v="283" dt="2026-04-08T04:26:19.5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ҮMENDEMBEREL MӨNKH-OCHIR" userId="S::b221930046@must.edu.mn::237329b5-51f2-46df-aa74-8c1716e93411" providerId="AD" clId="Web-{E9400C9D-94DC-3AA8-3F4E-47D88EB52514}"/>
    <pc:docChg chg="addSld modSld">
      <pc:chgData name="TҮMENDEMBEREL MӨNKH-OCHIR" userId="S::b221930046@must.edu.mn::237329b5-51f2-46df-aa74-8c1716e93411" providerId="AD" clId="Web-{E9400C9D-94DC-3AA8-3F4E-47D88EB52514}" dt="2026-04-08T04:26:19.548" v="237"/>
      <pc:docMkLst>
        <pc:docMk/>
      </pc:docMkLst>
      <pc:sldChg chg="modSp">
        <pc:chgData name="TҮMENDEMBEREL MӨNKH-OCHIR" userId="S::b221930046@must.edu.mn::237329b5-51f2-46df-aa74-8c1716e93411" providerId="AD" clId="Web-{E9400C9D-94DC-3AA8-3F4E-47D88EB52514}" dt="2026-04-08T04:08:32.905" v="109" actId="20577"/>
        <pc:sldMkLst>
          <pc:docMk/>
          <pc:sldMk cId="1558780943" sldId="284"/>
        </pc:sldMkLst>
        <pc:spChg chg="mod">
          <ac:chgData name="TҮMENDEMBEREL MӨNKH-OCHIR" userId="S::b221930046@must.edu.mn::237329b5-51f2-46df-aa74-8c1716e93411" providerId="AD" clId="Web-{E9400C9D-94DC-3AA8-3F4E-47D88EB52514}" dt="2026-04-08T04:08:32.905" v="109" actId="20577"/>
          <ac:spMkLst>
            <pc:docMk/>
            <pc:sldMk cId="1558780943" sldId="284"/>
            <ac:spMk id="3" creationId="{5F56F0A5-7DDB-4E24-A152-6CC272AA5BFA}"/>
          </ac:spMkLst>
        </pc:spChg>
      </pc:sldChg>
      <pc:sldChg chg="addSp delSp modSp">
        <pc:chgData name="TҮMENDEMBEREL MӨNKH-OCHIR" userId="S::b221930046@must.edu.mn::237329b5-51f2-46df-aa74-8c1716e93411" providerId="AD" clId="Web-{E9400C9D-94DC-3AA8-3F4E-47D88EB52514}" dt="2026-04-08T04:21:11.342" v="205" actId="1076"/>
        <pc:sldMkLst>
          <pc:docMk/>
          <pc:sldMk cId="816551241" sldId="304"/>
        </pc:sldMkLst>
        <pc:spChg chg="add mod">
          <ac:chgData name="TҮMENDEMBEREL MӨNKH-OCHIR" userId="S::b221930046@must.edu.mn::237329b5-51f2-46df-aa74-8c1716e93411" providerId="AD" clId="Web-{E9400C9D-94DC-3AA8-3F4E-47D88EB52514}" dt="2026-04-08T04:21:11.295" v="204" actId="1076"/>
          <ac:spMkLst>
            <pc:docMk/>
            <pc:sldMk cId="816551241" sldId="304"/>
            <ac:spMk id="2" creationId="{DE26DD45-B10A-A84E-23EE-E34448871DC6}"/>
          </ac:spMkLst>
        </pc:spChg>
        <pc:spChg chg="add mod">
          <ac:chgData name="TҮMENDEMBEREL MӨNKH-OCHIR" userId="S::b221930046@must.edu.mn::237329b5-51f2-46df-aa74-8c1716e93411" providerId="AD" clId="Web-{E9400C9D-94DC-3AA8-3F4E-47D88EB52514}" dt="2026-04-08T04:21:11.342" v="205" actId="1076"/>
          <ac:spMkLst>
            <pc:docMk/>
            <pc:sldMk cId="816551241" sldId="304"/>
            <ac:spMk id="3" creationId="{B22F6918-6706-1EAE-2C0A-897BA88FBA05}"/>
          </ac:spMkLst>
        </pc:spChg>
        <pc:spChg chg="mod">
          <ac:chgData name="TҮMENDEMBEREL MӨNKH-OCHIR" userId="S::b221930046@must.edu.mn::237329b5-51f2-46df-aa74-8c1716e93411" providerId="AD" clId="Web-{E9400C9D-94DC-3AA8-3F4E-47D88EB52514}" dt="2026-04-08T04:09:12.030" v="114" actId="20577"/>
          <ac:spMkLst>
            <pc:docMk/>
            <pc:sldMk cId="816551241" sldId="304"/>
            <ac:spMk id="95" creationId="{00000000-0000-0000-0000-000000000000}"/>
          </ac:spMkLst>
        </pc:spChg>
        <pc:picChg chg="add del mod">
          <ac:chgData name="TҮMENDEMBEREL MӨNKH-OCHIR" userId="S::b221930046@must.edu.mn::237329b5-51f2-46df-aa74-8c1716e93411" providerId="AD" clId="Web-{E9400C9D-94DC-3AA8-3F4E-47D88EB52514}" dt="2026-04-08T04:20:44.107" v="202"/>
          <ac:picMkLst>
            <pc:docMk/>
            <pc:sldMk cId="816551241" sldId="304"/>
            <ac:picMk id="4" creationId="{C1ED8B68-D982-5F47-7446-8642154C638A}"/>
          </ac:picMkLst>
        </pc:picChg>
      </pc:sldChg>
      <pc:sldChg chg="addSp delSp modSp add">
        <pc:chgData name="TҮMENDEMBEREL MӨNKH-OCHIR" userId="S::b221930046@must.edu.mn::237329b5-51f2-46df-aa74-8c1716e93411" providerId="AD" clId="Web-{E9400C9D-94DC-3AA8-3F4E-47D88EB52514}" dt="2026-04-08T04:26:19.548" v="237"/>
        <pc:sldMkLst>
          <pc:docMk/>
          <pc:sldMk cId="101911686" sldId="350"/>
        </pc:sldMkLst>
        <pc:spChg chg="del mod">
          <ac:chgData name="TҮMENDEMBEREL MӨNKH-OCHIR" userId="S::b221930046@must.edu.mn::237329b5-51f2-46df-aa74-8c1716e93411" providerId="AD" clId="Web-{E9400C9D-94DC-3AA8-3F4E-47D88EB52514}" dt="2026-04-08T04:20:30.044" v="200"/>
          <ac:spMkLst>
            <pc:docMk/>
            <pc:sldMk cId="101911686" sldId="350"/>
            <ac:spMk id="2" creationId="{DE26DD45-B10A-A84E-23EE-E34448871DC6}"/>
          </ac:spMkLst>
        </pc:spChg>
        <pc:spChg chg="del mod">
          <ac:chgData name="TҮMENDEMBEREL MӨNKH-OCHIR" userId="S::b221930046@must.edu.mn::237329b5-51f2-46df-aa74-8c1716e93411" providerId="AD" clId="Web-{E9400C9D-94DC-3AA8-3F4E-47D88EB52514}" dt="2026-04-08T04:19:59.559" v="188"/>
          <ac:spMkLst>
            <pc:docMk/>
            <pc:sldMk cId="101911686" sldId="350"/>
            <ac:spMk id="3" creationId="{B22F6918-6706-1EAE-2C0A-897BA88FBA05}"/>
          </ac:spMkLst>
        </pc:spChg>
        <pc:spChg chg="add del mod">
          <ac:chgData name="TҮMENDEMBEREL MӨNKH-OCHIR" userId="S::b221930046@must.edu.mn::237329b5-51f2-46df-aa74-8c1716e93411" providerId="AD" clId="Web-{E9400C9D-94DC-3AA8-3F4E-47D88EB52514}" dt="2026-04-08T04:23:10.141" v="211"/>
          <ac:spMkLst>
            <pc:docMk/>
            <pc:sldMk cId="101911686" sldId="350"/>
            <ac:spMk id="7" creationId="{28510455-5A8A-14BD-7157-0871E8873EC5}"/>
          </ac:spMkLst>
        </pc:spChg>
        <pc:spChg chg="add del mod">
          <ac:chgData name="TҮMENDEMBEREL MӨNKH-OCHIR" userId="S::b221930046@must.edu.mn::237329b5-51f2-46df-aa74-8c1716e93411" providerId="AD" clId="Web-{E9400C9D-94DC-3AA8-3F4E-47D88EB52514}" dt="2026-04-08T04:25:55.501" v="236"/>
          <ac:spMkLst>
            <pc:docMk/>
            <pc:sldMk cId="101911686" sldId="350"/>
            <ac:spMk id="8" creationId="{C4146193-2448-7640-9447-D614C4FD58E5}"/>
          </ac:spMkLst>
        </pc:spChg>
        <pc:spChg chg="add del mod">
          <ac:chgData name="TҮMENDEMBEREL MӨNKH-OCHIR" userId="S::b221930046@must.edu.mn::237329b5-51f2-46df-aa74-8c1716e93411" providerId="AD" clId="Web-{E9400C9D-94DC-3AA8-3F4E-47D88EB52514}" dt="2026-04-08T04:25:55.501" v="235"/>
          <ac:spMkLst>
            <pc:docMk/>
            <pc:sldMk cId="101911686" sldId="350"/>
            <ac:spMk id="9" creationId="{A249D713-7CCC-AFB9-2CB7-227547F70FD0}"/>
          </ac:spMkLst>
        </pc:spChg>
        <pc:spChg chg="add del mod">
          <ac:chgData name="TҮMENDEMBEREL MӨNKH-OCHIR" userId="S::b221930046@must.edu.mn::237329b5-51f2-46df-aa74-8c1716e93411" providerId="AD" clId="Web-{E9400C9D-94DC-3AA8-3F4E-47D88EB52514}" dt="2026-04-08T04:26:19.548" v="237"/>
          <ac:spMkLst>
            <pc:docMk/>
            <pc:sldMk cId="101911686" sldId="350"/>
            <ac:spMk id="10" creationId="{C4B5382A-58B2-726B-B3FA-2866A0624E67}"/>
          </ac:spMkLst>
        </pc:spChg>
        <pc:spChg chg="mod">
          <ac:chgData name="TҮMENDEMBEREL MӨNKH-OCHIR" userId="S::b221930046@must.edu.mn::237329b5-51f2-46df-aa74-8c1716e93411" providerId="AD" clId="Web-{E9400C9D-94DC-3AA8-3F4E-47D88EB52514}" dt="2026-04-08T04:25:55.345" v="233" actId="20577"/>
          <ac:spMkLst>
            <pc:docMk/>
            <pc:sldMk cId="101911686" sldId="350"/>
            <ac:spMk id="95" creationId="{00000000-0000-0000-0000-000000000000}"/>
          </ac:spMkLst>
        </pc:spChg>
        <pc:picChg chg="del mod">
          <ac:chgData name="TҮMENDEMBEREL MӨNKH-OCHIR" userId="S::b221930046@must.edu.mn::237329b5-51f2-46df-aa74-8c1716e93411" providerId="AD" clId="Web-{E9400C9D-94DC-3AA8-3F4E-47D88EB52514}" dt="2026-04-08T04:25:55.470" v="234"/>
          <ac:picMkLst>
            <pc:docMk/>
            <pc:sldMk cId="101911686" sldId="350"/>
            <ac:picMk id="4" creationId="{C1ED8B68-D982-5F47-7446-8642154C638A}"/>
          </ac:picMkLst>
        </pc:picChg>
      </pc:sldChg>
      <pc:sldChg chg="add replId">
        <pc:chgData name="TҮMENDEMBEREL MӨNKH-OCHIR" userId="S::b221930046@must.edu.mn::237329b5-51f2-46df-aa74-8c1716e93411" providerId="AD" clId="Web-{E9400C9D-94DC-3AA8-3F4E-47D88EB52514}" dt="2026-04-08T04:25:39.345" v="228"/>
        <pc:sldMkLst>
          <pc:docMk/>
          <pc:sldMk cId="2842223653" sldId="35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95E5C-348A-4641-9781-673DDCF1BCA6}"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0F13BA-F224-488F-97E6-79E220AAD8B1}" type="slidenum">
              <a:rPr lang="en-US" smtClean="0"/>
              <a:t>‹#›</a:t>
            </a:fld>
            <a:endParaRPr lang="en-US"/>
          </a:p>
        </p:txBody>
      </p:sp>
    </p:spTree>
    <p:extLst>
      <p:ext uri="{BB962C8B-B14F-4D97-AF65-F5344CB8AC3E}">
        <p14:creationId xmlns:p14="http://schemas.microsoft.com/office/powerpoint/2010/main" val="4145897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5e4a204c8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5e4a204c8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951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875194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837558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053DC0F-BED6-C830-4664-94F09FB968AE}"/>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7524D0F4-2796-1F22-87F3-CAF2EC0D35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F0254742-4E56-431C-1348-A844DED342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088736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837558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508974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189532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C1C3920-6ABB-4103-712D-2F2315702EC5}"/>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5035BD76-CDCC-0324-C1CD-EF3335AD05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4C2EC6D4-CD58-D68F-1051-A1BB6FC511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520357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7460BFD8-BD75-FA62-93E3-E37DA1E394AE}"/>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1A1BC3DE-6B05-A338-42E5-7E63A1731B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8BA4F7FF-DC2B-7EA9-549A-80927AE82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4099972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402756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490009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DCCAA171-FD7F-C2E6-AAE9-8A7EDC04185F}"/>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D55AED09-22B4-268B-C71F-9C786000C9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8F2BA61C-E5A9-0583-E4FA-9035EBE4D9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863279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49D87153-D357-A331-8499-DE82926E10D9}"/>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621E25F3-C693-5708-CB66-51161435A6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D8D61EFD-41C1-74C7-7BA2-0170CEE36C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509629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354656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549275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288276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842876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273217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079128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FC7AC293-39FC-E40C-0A99-713E1BE93F6D}"/>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8818F49F-C123-2725-F27D-430B07F550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65903EAE-F2F9-A246-86ED-6D4E96A64F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9038820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0918094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806420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400454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249788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5e4a204c8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5e4a204c8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36369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2567557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6394297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903952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2904601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4610224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0395256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9324037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809622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4135796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14803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365770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dk1"/>
              </a:buClr>
              <a:buSzPts val="4500"/>
              <a:buFont typeface="Calibri"/>
              <a:buNone/>
              <a:defRPr sz="6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Google Shape;13;p2"/>
          <p:cNvSpPr txBox="1">
            <a:spLocks noGrp="1"/>
          </p:cNvSpPr>
          <p:nvPr>
            <p:ph type="subTitle" idx="1"/>
          </p:nvPr>
        </p:nvSpPr>
        <p:spPr>
          <a:xfrm>
            <a:off x="1524000" y="3602037"/>
            <a:ext cx="9144000" cy="1655600"/>
          </a:xfrm>
          <a:prstGeom prst="rect">
            <a:avLst/>
          </a:prstGeom>
          <a:noFill/>
          <a:ln>
            <a:noFill/>
          </a:ln>
        </p:spPr>
        <p:txBody>
          <a:bodyPr spcFirstLastPara="1" wrap="square" lIns="68575" tIns="34275" rIns="68575" bIns="34275" anchor="t" anchorCtr="0">
            <a:noAutofit/>
          </a:bodyPr>
          <a:lstStyle>
            <a:lvl1pPr lvl="0" algn="ctr">
              <a:lnSpc>
                <a:spcPct val="90000"/>
              </a:lnSpc>
              <a:spcBef>
                <a:spcPts val="1067"/>
              </a:spcBef>
              <a:spcAft>
                <a:spcPts val="0"/>
              </a:spcAft>
              <a:buClr>
                <a:schemeClr val="dk1"/>
              </a:buClr>
              <a:buSzPts val="1800"/>
              <a:buNone/>
              <a:defRPr sz="2400"/>
            </a:lvl1pPr>
            <a:lvl2pPr lvl="1" algn="ctr">
              <a:lnSpc>
                <a:spcPct val="90000"/>
              </a:lnSpc>
              <a:spcBef>
                <a:spcPts val="533"/>
              </a:spcBef>
              <a:spcAft>
                <a:spcPts val="0"/>
              </a:spcAft>
              <a:buClr>
                <a:schemeClr val="dk1"/>
              </a:buClr>
              <a:buSzPts val="1500"/>
              <a:buNone/>
              <a:defRPr sz="2000"/>
            </a:lvl2pPr>
            <a:lvl3pPr lvl="2" algn="ctr">
              <a:lnSpc>
                <a:spcPct val="90000"/>
              </a:lnSpc>
              <a:spcBef>
                <a:spcPts val="533"/>
              </a:spcBef>
              <a:spcAft>
                <a:spcPts val="0"/>
              </a:spcAft>
              <a:buClr>
                <a:schemeClr val="dk1"/>
              </a:buClr>
              <a:buSzPts val="1400"/>
              <a:buNone/>
              <a:defRPr sz="1900"/>
            </a:lvl3pPr>
            <a:lvl4pPr lvl="3" algn="ctr">
              <a:lnSpc>
                <a:spcPct val="90000"/>
              </a:lnSpc>
              <a:spcBef>
                <a:spcPts val="533"/>
              </a:spcBef>
              <a:spcAft>
                <a:spcPts val="0"/>
              </a:spcAft>
              <a:buClr>
                <a:schemeClr val="dk1"/>
              </a:buClr>
              <a:buSzPts val="1200"/>
              <a:buNone/>
              <a:defRPr sz="1600"/>
            </a:lvl4pPr>
            <a:lvl5pPr lvl="4" algn="ctr">
              <a:lnSpc>
                <a:spcPct val="90000"/>
              </a:lnSpc>
              <a:spcBef>
                <a:spcPts val="533"/>
              </a:spcBef>
              <a:spcAft>
                <a:spcPts val="0"/>
              </a:spcAft>
              <a:buClr>
                <a:schemeClr val="dk1"/>
              </a:buClr>
              <a:buSzPts val="1200"/>
              <a:buNone/>
              <a:defRPr sz="1600"/>
            </a:lvl5pPr>
            <a:lvl6pPr lvl="5" algn="ctr">
              <a:lnSpc>
                <a:spcPct val="90000"/>
              </a:lnSpc>
              <a:spcBef>
                <a:spcPts val="533"/>
              </a:spcBef>
              <a:spcAft>
                <a:spcPts val="0"/>
              </a:spcAft>
              <a:buClr>
                <a:schemeClr val="dk1"/>
              </a:buClr>
              <a:buSzPts val="1200"/>
              <a:buNone/>
              <a:defRPr sz="1600"/>
            </a:lvl6pPr>
            <a:lvl7pPr lvl="6" algn="ctr">
              <a:lnSpc>
                <a:spcPct val="90000"/>
              </a:lnSpc>
              <a:spcBef>
                <a:spcPts val="533"/>
              </a:spcBef>
              <a:spcAft>
                <a:spcPts val="0"/>
              </a:spcAft>
              <a:buClr>
                <a:schemeClr val="dk1"/>
              </a:buClr>
              <a:buSzPts val="1200"/>
              <a:buNone/>
              <a:defRPr sz="1600"/>
            </a:lvl7pPr>
            <a:lvl8pPr lvl="7" algn="ctr">
              <a:lnSpc>
                <a:spcPct val="90000"/>
              </a:lnSpc>
              <a:spcBef>
                <a:spcPts val="533"/>
              </a:spcBef>
              <a:spcAft>
                <a:spcPts val="0"/>
              </a:spcAft>
              <a:buClr>
                <a:schemeClr val="dk1"/>
              </a:buClr>
              <a:buSzPts val="1200"/>
              <a:buNone/>
              <a:defRPr sz="1600"/>
            </a:lvl8pPr>
            <a:lvl9pPr lvl="8" algn="ctr">
              <a:lnSpc>
                <a:spcPct val="90000"/>
              </a:lnSpc>
              <a:spcBef>
                <a:spcPts val="533"/>
              </a:spcBef>
              <a:spcAft>
                <a:spcPts val="0"/>
              </a:spcAft>
              <a:buClr>
                <a:schemeClr val="dk1"/>
              </a:buClr>
              <a:buSzPts val="1200"/>
              <a:buNone/>
              <a:defRPr sz="1600"/>
            </a:lvl9pPr>
          </a:lstStyle>
          <a:p>
            <a:endParaRPr/>
          </a:p>
        </p:txBody>
      </p:sp>
      <p:sp>
        <p:nvSpPr>
          <p:cNvPr id="14" name="Google Shape;14;p2"/>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01CFE75A-EE1C-4F8D-AFB5-ECC47A013933}" type="datetime1">
              <a:rPr lang="mn-MN" smtClean="0"/>
              <a:t>2026.04.07</a:t>
            </a:fld>
            <a:endParaRPr/>
          </a:p>
        </p:txBody>
      </p:sp>
      <p:sp>
        <p:nvSpPr>
          <p:cNvPr id="15" name="Google Shape;15;p2"/>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Google Shape;16;p2"/>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1" y="1709739"/>
            <a:ext cx="10515600" cy="28528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alibri"/>
              <a:buNone/>
              <a:defRPr sz="6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9" name="Google Shape;29;p5"/>
          <p:cNvSpPr txBox="1">
            <a:spLocks noGrp="1"/>
          </p:cNvSpPr>
          <p:nvPr>
            <p:ph type="body" idx="1"/>
          </p:nvPr>
        </p:nvSpPr>
        <p:spPr>
          <a:xfrm>
            <a:off x="831851" y="4589463"/>
            <a:ext cx="10515600" cy="1500000"/>
          </a:xfrm>
          <a:prstGeom prst="rect">
            <a:avLst/>
          </a:prstGeom>
          <a:noFill/>
          <a:ln>
            <a:noFill/>
          </a:ln>
        </p:spPr>
        <p:txBody>
          <a:bodyPr spcFirstLastPara="1" wrap="square" lIns="68575" tIns="34275" rIns="68575" bIns="34275" anchor="t" anchorCtr="0">
            <a:noAutofit/>
          </a:bodyPr>
          <a:lstStyle>
            <a:lvl1pPr marL="609585" lvl="0" indent="-304792" algn="l">
              <a:lnSpc>
                <a:spcPct val="90000"/>
              </a:lnSpc>
              <a:spcBef>
                <a:spcPts val="1067"/>
              </a:spcBef>
              <a:spcAft>
                <a:spcPts val="0"/>
              </a:spcAft>
              <a:buClr>
                <a:srgbClr val="888888"/>
              </a:buClr>
              <a:buSzPts val="1800"/>
              <a:buNone/>
              <a:defRPr sz="2400">
                <a:solidFill>
                  <a:srgbClr val="888888"/>
                </a:solidFill>
              </a:defRPr>
            </a:lvl1pPr>
            <a:lvl2pPr marL="1219170" lvl="1" indent="-304792" algn="l">
              <a:lnSpc>
                <a:spcPct val="90000"/>
              </a:lnSpc>
              <a:spcBef>
                <a:spcPts val="533"/>
              </a:spcBef>
              <a:spcAft>
                <a:spcPts val="0"/>
              </a:spcAft>
              <a:buClr>
                <a:srgbClr val="888888"/>
              </a:buClr>
              <a:buSzPts val="1500"/>
              <a:buNone/>
              <a:defRPr sz="2000">
                <a:solidFill>
                  <a:srgbClr val="888888"/>
                </a:solidFill>
              </a:defRPr>
            </a:lvl2pPr>
            <a:lvl3pPr marL="1828754" lvl="2" indent="-304792" algn="l">
              <a:lnSpc>
                <a:spcPct val="90000"/>
              </a:lnSpc>
              <a:spcBef>
                <a:spcPts val="533"/>
              </a:spcBef>
              <a:spcAft>
                <a:spcPts val="0"/>
              </a:spcAft>
              <a:buClr>
                <a:srgbClr val="888888"/>
              </a:buClr>
              <a:buSzPts val="1400"/>
              <a:buNone/>
              <a:defRPr sz="1900">
                <a:solidFill>
                  <a:srgbClr val="888888"/>
                </a:solidFill>
              </a:defRPr>
            </a:lvl3pPr>
            <a:lvl4pPr marL="2438339" lvl="3" indent="-304792" algn="l">
              <a:lnSpc>
                <a:spcPct val="90000"/>
              </a:lnSpc>
              <a:spcBef>
                <a:spcPts val="533"/>
              </a:spcBef>
              <a:spcAft>
                <a:spcPts val="0"/>
              </a:spcAft>
              <a:buClr>
                <a:srgbClr val="888888"/>
              </a:buClr>
              <a:buSzPts val="1200"/>
              <a:buNone/>
              <a:defRPr sz="1600">
                <a:solidFill>
                  <a:srgbClr val="888888"/>
                </a:solidFill>
              </a:defRPr>
            </a:lvl4pPr>
            <a:lvl5pPr marL="3047924" lvl="4" indent="-304792" algn="l">
              <a:lnSpc>
                <a:spcPct val="90000"/>
              </a:lnSpc>
              <a:spcBef>
                <a:spcPts val="533"/>
              </a:spcBef>
              <a:spcAft>
                <a:spcPts val="0"/>
              </a:spcAft>
              <a:buClr>
                <a:srgbClr val="888888"/>
              </a:buClr>
              <a:buSzPts val="1200"/>
              <a:buNone/>
              <a:defRPr sz="1600">
                <a:solidFill>
                  <a:srgbClr val="888888"/>
                </a:solidFill>
              </a:defRPr>
            </a:lvl5pPr>
            <a:lvl6pPr marL="3657509" lvl="5" indent="-304792" algn="l">
              <a:lnSpc>
                <a:spcPct val="90000"/>
              </a:lnSpc>
              <a:spcBef>
                <a:spcPts val="533"/>
              </a:spcBef>
              <a:spcAft>
                <a:spcPts val="0"/>
              </a:spcAft>
              <a:buClr>
                <a:srgbClr val="888888"/>
              </a:buClr>
              <a:buSzPts val="1200"/>
              <a:buNone/>
              <a:defRPr sz="1600">
                <a:solidFill>
                  <a:srgbClr val="888888"/>
                </a:solidFill>
              </a:defRPr>
            </a:lvl6pPr>
            <a:lvl7pPr marL="4267093" lvl="6" indent="-304792" algn="l">
              <a:lnSpc>
                <a:spcPct val="90000"/>
              </a:lnSpc>
              <a:spcBef>
                <a:spcPts val="533"/>
              </a:spcBef>
              <a:spcAft>
                <a:spcPts val="0"/>
              </a:spcAft>
              <a:buClr>
                <a:srgbClr val="888888"/>
              </a:buClr>
              <a:buSzPts val="1200"/>
              <a:buNone/>
              <a:defRPr sz="1600">
                <a:solidFill>
                  <a:srgbClr val="888888"/>
                </a:solidFill>
              </a:defRPr>
            </a:lvl7pPr>
            <a:lvl8pPr marL="4876678" lvl="7" indent="-304792" algn="l">
              <a:lnSpc>
                <a:spcPct val="90000"/>
              </a:lnSpc>
              <a:spcBef>
                <a:spcPts val="533"/>
              </a:spcBef>
              <a:spcAft>
                <a:spcPts val="0"/>
              </a:spcAft>
              <a:buClr>
                <a:srgbClr val="888888"/>
              </a:buClr>
              <a:buSzPts val="1200"/>
              <a:buNone/>
              <a:defRPr sz="1600">
                <a:solidFill>
                  <a:srgbClr val="888888"/>
                </a:solidFill>
              </a:defRPr>
            </a:lvl8pPr>
            <a:lvl9pPr marL="5486263" lvl="8" indent="-304792" algn="l">
              <a:lnSpc>
                <a:spcPct val="90000"/>
              </a:lnSpc>
              <a:spcBef>
                <a:spcPts val="533"/>
              </a:spcBef>
              <a:spcAft>
                <a:spcPts val="0"/>
              </a:spcAft>
              <a:buClr>
                <a:srgbClr val="888888"/>
              </a:buClr>
              <a:buSzPts val="1200"/>
              <a:buNone/>
              <a:defRPr sz="1600">
                <a:solidFill>
                  <a:srgbClr val="888888"/>
                </a:solidFill>
              </a:defRPr>
            </a:lvl9pPr>
          </a:lstStyle>
          <a:p>
            <a:endParaRPr/>
          </a:p>
        </p:txBody>
      </p:sp>
      <p:sp>
        <p:nvSpPr>
          <p:cNvPr id="30" name="Google Shape;30;p5"/>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CC06FF52-1713-48D2-A05A-1954C57235AA}" type="datetime1">
              <a:rPr lang="mn-MN" smtClean="0"/>
              <a:t>2026.04.07</a:t>
            </a:fld>
            <a:endParaRPr/>
          </a:p>
        </p:txBody>
      </p:sp>
      <p:sp>
        <p:nvSpPr>
          <p:cNvPr id="31" name="Google Shape;31;p5"/>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2" name="Google Shape;32;p5"/>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5" name="Google Shape;35;p6"/>
          <p:cNvSpPr txBox="1">
            <a:spLocks noGrp="1"/>
          </p:cNvSpPr>
          <p:nvPr>
            <p:ph type="body" idx="1"/>
          </p:nvPr>
        </p:nvSpPr>
        <p:spPr>
          <a:xfrm>
            <a:off x="838200" y="1825625"/>
            <a:ext cx="5181600" cy="43512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36" name="Google Shape;36;p6"/>
          <p:cNvSpPr txBox="1">
            <a:spLocks noGrp="1"/>
          </p:cNvSpPr>
          <p:nvPr>
            <p:ph type="body" idx="2"/>
          </p:nvPr>
        </p:nvSpPr>
        <p:spPr>
          <a:xfrm>
            <a:off x="6172200" y="1825625"/>
            <a:ext cx="5181600" cy="43512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37" name="Google Shape;37;p6"/>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F7427C76-A584-4506-BB54-EA733E373816}" type="datetime1">
              <a:rPr lang="mn-MN" smtClean="0"/>
              <a:t>2026.04.07</a:t>
            </a:fld>
            <a:endParaRPr/>
          </a:p>
        </p:txBody>
      </p:sp>
      <p:sp>
        <p:nvSpPr>
          <p:cNvPr id="38" name="Google Shape;38;p6"/>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Google Shape;39;p6"/>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2" name="Google Shape;42;p7"/>
          <p:cNvSpPr txBox="1">
            <a:spLocks noGrp="1"/>
          </p:cNvSpPr>
          <p:nvPr>
            <p:ph type="body" idx="1"/>
          </p:nvPr>
        </p:nvSpPr>
        <p:spPr>
          <a:xfrm>
            <a:off x="839788" y="1681163"/>
            <a:ext cx="5157600" cy="824000"/>
          </a:xfrm>
          <a:prstGeom prst="rect">
            <a:avLst/>
          </a:prstGeom>
          <a:noFill/>
          <a:ln>
            <a:noFill/>
          </a:ln>
        </p:spPr>
        <p:txBody>
          <a:bodyPr spcFirstLastPara="1" wrap="square" lIns="68575" tIns="34275" rIns="68575" bIns="34275" anchor="b" anchorCtr="0">
            <a:noAutofit/>
          </a:bodyPr>
          <a:lstStyle>
            <a:lvl1pPr marL="609585" lvl="0" indent="-304792" algn="l">
              <a:lnSpc>
                <a:spcPct val="90000"/>
              </a:lnSpc>
              <a:spcBef>
                <a:spcPts val="1067"/>
              </a:spcBef>
              <a:spcAft>
                <a:spcPts val="0"/>
              </a:spcAft>
              <a:buClr>
                <a:schemeClr val="dk1"/>
              </a:buClr>
              <a:buSzPts val="1800"/>
              <a:buNone/>
              <a:defRPr sz="2400" b="1"/>
            </a:lvl1pPr>
            <a:lvl2pPr marL="1219170" lvl="1" indent="-304792" algn="l">
              <a:lnSpc>
                <a:spcPct val="90000"/>
              </a:lnSpc>
              <a:spcBef>
                <a:spcPts val="533"/>
              </a:spcBef>
              <a:spcAft>
                <a:spcPts val="0"/>
              </a:spcAft>
              <a:buClr>
                <a:schemeClr val="dk1"/>
              </a:buClr>
              <a:buSzPts val="1500"/>
              <a:buNone/>
              <a:defRPr sz="2000" b="1"/>
            </a:lvl2pPr>
            <a:lvl3pPr marL="1828754" lvl="2" indent="-304792" algn="l">
              <a:lnSpc>
                <a:spcPct val="90000"/>
              </a:lnSpc>
              <a:spcBef>
                <a:spcPts val="533"/>
              </a:spcBef>
              <a:spcAft>
                <a:spcPts val="0"/>
              </a:spcAft>
              <a:buClr>
                <a:schemeClr val="dk1"/>
              </a:buClr>
              <a:buSzPts val="1400"/>
              <a:buNone/>
              <a:defRPr sz="1900" b="1"/>
            </a:lvl3pPr>
            <a:lvl4pPr marL="2438339" lvl="3" indent="-304792" algn="l">
              <a:lnSpc>
                <a:spcPct val="90000"/>
              </a:lnSpc>
              <a:spcBef>
                <a:spcPts val="533"/>
              </a:spcBef>
              <a:spcAft>
                <a:spcPts val="0"/>
              </a:spcAft>
              <a:buClr>
                <a:schemeClr val="dk1"/>
              </a:buClr>
              <a:buSzPts val="1200"/>
              <a:buNone/>
              <a:defRPr sz="1600" b="1"/>
            </a:lvl4pPr>
            <a:lvl5pPr marL="3047924" lvl="4" indent="-304792" algn="l">
              <a:lnSpc>
                <a:spcPct val="90000"/>
              </a:lnSpc>
              <a:spcBef>
                <a:spcPts val="533"/>
              </a:spcBef>
              <a:spcAft>
                <a:spcPts val="0"/>
              </a:spcAft>
              <a:buClr>
                <a:schemeClr val="dk1"/>
              </a:buClr>
              <a:buSzPts val="1200"/>
              <a:buNone/>
              <a:defRPr sz="1600" b="1"/>
            </a:lvl5pPr>
            <a:lvl6pPr marL="3657509" lvl="5" indent="-304792" algn="l">
              <a:lnSpc>
                <a:spcPct val="90000"/>
              </a:lnSpc>
              <a:spcBef>
                <a:spcPts val="533"/>
              </a:spcBef>
              <a:spcAft>
                <a:spcPts val="0"/>
              </a:spcAft>
              <a:buClr>
                <a:schemeClr val="dk1"/>
              </a:buClr>
              <a:buSzPts val="1200"/>
              <a:buNone/>
              <a:defRPr sz="1600" b="1"/>
            </a:lvl6pPr>
            <a:lvl7pPr marL="4267093" lvl="6" indent="-304792" algn="l">
              <a:lnSpc>
                <a:spcPct val="90000"/>
              </a:lnSpc>
              <a:spcBef>
                <a:spcPts val="533"/>
              </a:spcBef>
              <a:spcAft>
                <a:spcPts val="0"/>
              </a:spcAft>
              <a:buClr>
                <a:schemeClr val="dk1"/>
              </a:buClr>
              <a:buSzPts val="1200"/>
              <a:buNone/>
              <a:defRPr sz="1600" b="1"/>
            </a:lvl7pPr>
            <a:lvl8pPr marL="4876678" lvl="7" indent="-304792" algn="l">
              <a:lnSpc>
                <a:spcPct val="90000"/>
              </a:lnSpc>
              <a:spcBef>
                <a:spcPts val="533"/>
              </a:spcBef>
              <a:spcAft>
                <a:spcPts val="0"/>
              </a:spcAft>
              <a:buClr>
                <a:schemeClr val="dk1"/>
              </a:buClr>
              <a:buSzPts val="1200"/>
              <a:buNone/>
              <a:defRPr sz="1600" b="1"/>
            </a:lvl8pPr>
            <a:lvl9pPr marL="5486263" lvl="8" indent="-304792" algn="l">
              <a:lnSpc>
                <a:spcPct val="90000"/>
              </a:lnSpc>
              <a:spcBef>
                <a:spcPts val="533"/>
              </a:spcBef>
              <a:spcAft>
                <a:spcPts val="0"/>
              </a:spcAft>
              <a:buClr>
                <a:schemeClr val="dk1"/>
              </a:buClr>
              <a:buSzPts val="1200"/>
              <a:buNone/>
              <a:defRPr sz="1600" b="1"/>
            </a:lvl9pPr>
          </a:lstStyle>
          <a:p>
            <a:endParaRPr/>
          </a:p>
        </p:txBody>
      </p:sp>
      <p:sp>
        <p:nvSpPr>
          <p:cNvPr id="43" name="Google Shape;43;p7"/>
          <p:cNvSpPr txBox="1">
            <a:spLocks noGrp="1"/>
          </p:cNvSpPr>
          <p:nvPr>
            <p:ph type="body" idx="2"/>
          </p:nvPr>
        </p:nvSpPr>
        <p:spPr>
          <a:xfrm>
            <a:off x="839788" y="2505075"/>
            <a:ext cx="5157600" cy="36844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44" name="Google Shape;44;p7"/>
          <p:cNvSpPr txBox="1">
            <a:spLocks noGrp="1"/>
          </p:cNvSpPr>
          <p:nvPr>
            <p:ph type="body" idx="3"/>
          </p:nvPr>
        </p:nvSpPr>
        <p:spPr>
          <a:xfrm>
            <a:off x="6172200" y="1681163"/>
            <a:ext cx="5183200" cy="824000"/>
          </a:xfrm>
          <a:prstGeom prst="rect">
            <a:avLst/>
          </a:prstGeom>
          <a:noFill/>
          <a:ln>
            <a:noFill/>
          </a:ln>
        </p:spPr>
        <p:txBody>
          <a:bodyPr spcFirstLastPara="1" wrap="square" lIns="68575" tIns="34275" rIns="68575" bIns="34275" anchor="b" anchorCtr="0">
            <a:noAutofit/>
          </a:bodyPr>
          <a:lstStyle>
            <a:lvl1pPr marL="609585" lvl="0" indent="-304792" algn="l">
              <a:lnSpc>
                <a:spcPct val="90000"/>
              </a:lnSpc>
              <a:spcBef>
                <a:spcPts val="1067"/>
              </a:spcBef>
              <a:spcAft>
                <a:spcPts val="0"/>
              </a:spcAft>
              <a:buClr>
                <a:schemeClr val="dk1"/>
              </a:buClr>
              <a:buSzPts val="1800"/>
              <a:buNone/>
              <a:defRPr sz="2400" b="1"/>
            </a:lvl1pPr>
            <a:lvl2pPr marL="1219170" lvl="1" indent="-304792" algn="l">
              <a:lnSpc>
                <a:spcPct val="90000"/>
              </a:lnSpc>
              <a:spcBef>
                <a:spcPts val="533"/>
              </a:spcBef>
              <a:spcAft>
                <a:spcPts val="0"/>
              </a:spcAft>
              <a:buClr>
                <a:schemeClr val="dk1"/>
              </a:buClr>
              <a:buSzPts val="1500"/>
              <a:buNone/>
              <a:defRPr sz="2000" b="1"/>
            </a:lvl2pPr>
            <a:lvl3pPr marL="1828754" lvl="2" indent="-304792" algn="l">
              <a:lnSpc>
                <a:spcPct val="90000"/>
              </a:lnSpc>
              <a:spcBef>
                <a:spcPts val="533"/>
              </a:spcBef>
              <a:spcAft>
                <a:spcPts val="0"/>
              </a:spcAft>
              <a:buClr>
                <a:schemeClr val="dk1"/>
              </a:buClr>
              <a:buSzPts val="1400"/>
              <a:buNone/>
              <a:defRPr sz="1900" b="1"/>
            </a:lvl3pPr>
            <a:lvl4pPr marL="2438339" lvl="3" indent="-304792" algn="l">
              <a:lnSpc>
                <a:spcPct val="90000"/>
              </a:lnSpc>
              <a:spcBef>
                <a:spcPts val="533"/>
              </a:spcBef>
              <a:spcAft>
                <a:spcPts val="0"/>
              </a:spcAft>
              <a:buClr>
                <a:schemeClr val="dk1"/>
              </a:buClr>
              <a:buSzPts val="1200"/>
              <a:buNone/>
              <a:defRPr sz="1600" b="1"/>
            </a:lvl4pPr>
            <a:lvl5pPr marL="3047924" lvl="4" indent="-304792" algn="l">
              <a:lnSpc>
                <a:spcPct val="90000"/>
              </a:lnSpc>
              <a:spcBef>
                <a:spcPts val="533"/>
              </a:spcBef>
              <a:spcAft>
                <a:spcPts val="0"/>
              </a:spcAft>
              <a:buClr>
                <a:schemeClr val="dk1"/>
              </a:buClr>
              <a:buSzPts val="1200"/>
              <a:buNone/>
              <a:defRPr sz="1600" b="1"/>
            </a:lvl5pPr>
            <a:lvl6pPr marL="3657509" lvl="5" indent="-304792" algn="l">
              <a:lnSpc>
                <a:spcPct val="90000"/>
              </a:lnSpc>
              <a:spcBef>
                <a:spcPts val="533"/>
              </a:spcBef>
              <a:spcAft>
                <a:spcPts val="0"/>
              </a:spcAft>
              <a:buClr>
                <a:schemeClr val="dk1"/>
              </a:buClr>
              <a:buSzPts val="1200"/>
              <a:buNone/>
              <a:defRPr sz="1600" b="1"/>
            </a:lvl6pPr>
            <a:lvl7pPr marL="4267093" lvl="6" indent="-304792" algn="l">
              <a:lnSpc>
                <a:spcPct val="90000"/>
              </a:lnSpc>
              <a:spcBef>
                <a:spcPts val="533"/>
              </a:spcBef>
              <a:spcAft>
                <a:spcPts val="0"/>
              </a:spcAft>
              <a:buClr>
                <a:schemeClr val="dk1"/>
              </a:buClr>
              <a:buSzPts val="1200"/>
              <a:buNone/>
              <a:defRPr sz="1600" b="1"/>
            </a:lvl7pPr>
            <a:lvl8pPr marL="4876678" lvl="7" indent="-304792" algn="l">
              <a:lnSpc>
                <a:spcPct val="90000"/>
              </a:lnSpc>
              <a:spcBef>
                <a:spcPts val="533"/>
              </a:spcBef>
              <a:spcAft>
                <a:spcPts val="0"/>
              </a:spcAft>
              <a:buClr>
                <a:schemeClr val="dk1"/>
              </a:buClr>
              <a:buSzPts val="1200"/>
              <a:buNone/>
              <a:defRPr sz="1600" b="1"/>
            </a:lvl8pPr>
            <a:lvl9pPr marL="5486263" lvl="8" indent="-304792" algn="l">
              <a:lnSpc>
                <a:spcPct val="90000"/>
              </a:lnSpc>
              <a:spcBef>
                <a:spcPts val="533"/>
              </a:spcBef>
              <a:spcAft>
                <a:spcPts val="0"/>
              </a:spcAft>
              <a:buClr>
                <a:schemeClr val="dk1"/>
              </a:buClr>
              <a:buSzPts val="1200"/>
              <a:buNone/>
              <a:defRPr sz="1600" b="1"/>
            </a:lvl9pPr>
          </a:lstStyle>
          <a:p>
            <a:endParaRPr/>
          </a:p>
        </p:txBody>
      </p:sp>
      <p:sp>
        <p:nvSpPr>
          <p:cNvPr id="45" name="Google Shape;45;p7"/>
          <p:cNvSpPr txBox="1">
            <a:spLocks noGrp="1"/>
          </p:cNvSpPr>
          <p:nvPr>
            <p:ph type="body" idx="4"/>
          </p:nvPr>
        </p:nvSpPr>
        <p:spPr>
          <a:xfrm>
            <a:off x="6172200" y="2505075"/>
            <a:ext cx="5183200" cy="36844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46" name="Google Shape;46;p7"/>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5A5D6F2E-46BB-4F33-9A0A-ED628F8BF12C}" type="datetime1">
              <a:rPr lang="mn-MN" smtClean="0"/>
              <a:t>2026.04.07</a:t>
            </a:fld>
            <a:endParaRPr/>
          </a:p>
        </p:txBody>
      </p:sp>
      <p:sp>
        <p:nvSpPr>
          <p:cNvPr id="47" name="Google Shape;47;p7"/>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Google Shape;48;p7"/>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1" name="Google Shape;51;p8"/>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1F0184A3-B03A-4E4D-B3AA-6D55B9EBF7E3}" type="datetime1">
              <a:rPr lang="mn-MN" smtClean="0"/>
              <a:t>2026.04.07</a:t>
            </a:fld>
            <a:endParaRPr/>
          </a:p>
        </p:txBody>
      </p:sp>
      <p:sp>
        <p:nvSpPr>
          <p:cNvPr id="52" name="Google Shape;52;p8"/>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Google Shape;53;p8"/>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400" cy="16000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Google Shape;56;p9"/>
          <p:cNvSpPr txBox="1">
            <a:spLocks noGrp="1"/>
          </p:cNvSpPr>
          <p:nvPr>
            <p:ph type="body" idx="1"/>
          </p:nvPr>
        </p:nvSpPr>
        <p:spPr>
          <a:xfrm>
            <a:off x="5183188" y="987425"/>
            <a:ext cx="6172000" cy="4873600"/>
          </a:xfrm>
          <a:prstGeom prst="rect">
            <a:avLst/>
          </a:prstGeom>
          <a:noFill/>
          <a:ln>
            <a:noFill/>
          </a:ln>
        </p:spPr>
        <p:txBody>
          <a:bodyPr spcFirstLastPara="1" wrap="square" lIns="68575" tIns="34275" rIns="68575" bIns="34275" anchor="t" anchorCtr="0">
            <a:noAutofit/>
          </a:bodyPr>
          <a:lstStyle>
            <a:lvl1pPr marL="609585" lvl="0" indent="-507987" algn="l">
              <a:lnSpc>
                <a:spcPct val="90000"/>
              </a:lnSpc>
              <a:spcBef>
                <a:spcPts val="1067"/>
              </a:spcBef>
              <a:spcAft>
                <a:spcPts val="0"/>
              </a:spcAft>
              <a:buClr>
                <a:schemeClr val="dk1"/>
              </a:buClr>
              <a:buSzPts val="2400"/>
              <a:buChar char="•"/>
              <a:defRPr sz="3200"/>
            </a:lvl1pPr>
            <a:lvl2pPr marL="1219170" lvl="1" indent="-482588" algn="l">
              <a:lnSpc>
                <a:spcPct val="90000"/>
              </a:lnSpc>
              <a:spcBef>
                <a:spcPts val="533"/>
              </a:spcBef>
              <a:spcAft>
                <a:spcPts val="0"/>
              </a:spcAft>
              <a:buClr>
                <a:schemeClr val="dk1"/>
              </a:buClr>
              <a:buSzPts val="2100"/>
              <a:buChar char="•"/>
              <a:defRPr sz="2800"/>
            </a:lvl2pPr>
            <a:lvl3pPr marL="1828754" lvl="2" indent="-457189" algn="l">
              <a:lnSpc>
                <a:spcPct val="90000"/>
              </a:lnSpc>
              <a:spcBef>
                <a:spcPts val="533"/>
              </a:spcBef>
              <a:spcAft>
                <a:spcPts val="0"/>
              </a:spcAft>
              <a:buClr>
                <a:schemeClr val="dk1"/>
              </a:buClr>
              <a:buSzPts val="1800"/>
              <a:buChar char="•"/>
              <a:defRPr sz="2400"/>
            </a:lvl3pPr>
            <a:lvl4pPr marL="2438339" lvl="3" indent="-431789" algn="l">
              <a:lnSpc>
                <a:spcPct val="90000"/>
              </a:lnSpc>
              <a:spcBef>
                <a:spcPts val="533"/>
              </a:spcBef>
              <a:spcAft>
                <a:spcPts val="0"/>
              </a:spcAft>
              <a:buClr>
                <a:schemeClr val="dk1"/>
              </a:buClr>
              <a:buSzPts val="1500"/>
              <a:buChar char="•"/>
              <a:defRPr sz="2000"/>
            </a:lvl4pPr>
            <a:lvl5pPr marL="3047924" lvl="4" indent="-431789" algn="l">
              <a:lnSpc>
                <a:spcPct val="90000"/>
              </a:lnSpc>
              <a:spcBef>
                <a:spcPts val="533"/>
              </a:spcBef>
              <a:spcAft>
                <a:spcPts val="0"/>
              </a:spcAft>
              <a:buClr>
                <a:schemeClr val="dk1"/>
              </a:buClr>
              <a:buSzPts val="1500"/>
              <a:buChar char="•"/>
              <a:defRPr sz="2000"/>
            </a:lvl5pPr>
            <a:lvl6pPr marL="3657509" lvl="5" indent="-431789" algn="l">
              <a:lnSpc>
                <a:spcPct val="90000"/>
              </a:lnSpc>
              <a:spcBef>
                <a:spcPts val="533"/>
              </a:spcBef>
              <a:spcAft>
                <a:spcPts val="0"/>
              </a:spcAft>
              <a:buClr>
                <a:schemeClr val="dk1"/>
              </a:buClr>
              <a:buSzPts val="1500"/>
              <a:buChar char="•"/>
              <a:defRPr sz="2000"/>
            </a:lvl6pPr>
            <a:lvl7pPr marL="4267093" lvl="6" indent="-431789" algn="l">
              <a:lnSpc>
                <a:spcPct val="90000"/>
              </a:lnSpc>
              <a:spcBef>
                <a:spcPts val="533"/>
              </a:spcBef>
              <a:spcAft>
                <a:spcPts val="0"/>
              </a:spcAft>
              <a:buClr>
                <a:schemeClr val="dk1"/>
              </a:buClr>
              <a:buSzPts val="1500"/>
              <a:buChar char="•"/>
              <a:defRPr sz="2000"/>
            </a:lvl7pPr>
            <a:lvl8pPr marL="4876678" lvl="7" indent="-431789" algn="l">
              <a:lnSpc>
                <a:spcPct val="90000"/>
              </a:lnSpc>
              <a:spcBef>
                <a:spcPts val="533"/>
              </a:spcBef>
              <a:spcAft>
                <a:spcPts val="0"/>
              </a:spcAft>
              <a:buClr>
                <a:schemeClr val="dk1"/>
              </a:buClr>
              <a:buSzPts val="1500"/>
              <a:buChar char="•"/>
              <a:defRPr sz="2000"/>
            </a:lvl8pPr>
            <a:lvl9pPr marL="5486263" lvl="8" indent="-431789" algn="l">
              <a:lnSpc>
                <a:spcPct val="90000"/>
              </a:lnSpc>
              <a:spcBef>
                <a:spcPts val="533"/>
              </a:spcBef>
              <a:spcAft>
                <a:spcPts val="0"/>
              </a:spcAft>
              <a:buClr>
                <a:schemeClr val="dk1"/>
              </a:buClr>
              <a:buSzPts val="1500"/>
              <a:buChar char="•"/>
              <a:defRPr sz="2000"/>
            </a:lvl9pPr>
          </a:lstStyle>
          <a:p>
            <a:endParaRPr/>
          </a:p>
        </p:txBody>
      </p:sp>
      <p:sp>
        <p:nvSpPr>
          <p:cNvPr id="57" name="Google Shape;57;p9"/>
          <p:cNvSpPr txBox="1">
            <a:spLocks noGrp="1"/>
          </p:cNvSpPr>
          <p:nvPr>
            <p:ph type="body" idx="2"/>
          </p:nvPr>
        </p:nvSpPr>
        <p:spPr>
          <a:xfrm>
            <a:off x="839788" y="2057400"/>
            <a:ext cx="3932400" cy="3811600"/>
          </a:xfrm>
          <a:prstGeom prst="rect">
            <a:avLst/>
          </a:prstGeom>
          <a:noFill/>
          <a:ln>
            <a:noFill/>
          </a:ln>
        </p:spPr>
        <p:txBody>
          <a:bodyPr spcFirstLastPara="1" wrap="square" lIns="68575" tIns="34275" rIns="68575" bIns="34275" anchor="t" anchorCtr="0">
            <a:noAutofit/>
          </a:bodyPr>
          <a:lstStyle>
            <a:lvl1pPr marL="609585" lvl="0" indent="-304792" algn="l">
              <a:lnSpc>
                <a:spcPct val="90000"/>
              </a:lnSpc>
              <a:spcBef>
                <a:spcPts val="1067"/>
              </a:spcBef>
              <a:spcAft>
                <a:spcPts val="0"/>
              </a:spcAft>
              <a:buClr>
                <a:schemeClr val="dk1"/>
              </a:buClr>
              <a:buSzPts val="1200"/>
              <a:buNone/>
              <a:defRPr sz="1600"/>
            </a:lvl1pPr>
            <a:lvl2pPr marL="1219170" lvl="1" indent="-304792" algn="l">
              <a:lnSpc>
                <a:spcPct val="90000"/>
              </a:lnSpc>
              <a:spcBef>
                <a:spcPts val="533"/>
              </a:spcBef>
              <a:spcAft>
                <a:spcPts val="0"/>
              </a:spcAft>
              <a:buClr>
                <a:schemeClr val="dk1"/>
              </a:buClr>
              <a:buSzPts val="1100"/>
              <a:buNone/>
              <a:defRPr sz="1500"/>
            </a:lvl2pPr>
            <a:lvl3pPr marL="1828754" lvl="2" indent="-304792" algn="l">
              <a:lnSpc>
                <a:spcPct val="90000"/>
              </a:lnSpc>
              <a:spcBef>
                <a:spcPts val="533"/>
              </a:spcBef>
              <a:spcAft>
                <a:spcPts val="0"/>
              </a:spcAft>
              <a:buClr>
                <a:schemeClr val="dk1"/>
              </a:buClr>
              <a:buSzPts val="900"/>
              <a:buNone/>
              <a:defRPr sz="1200"/>
            </a:lvl3pPr>
            <a:lvl4pPr marL="2438339" lvl="3" indent="-304792" algn="l">
              <a:lnSpc>
                <a:spcPct val="90000"/>
              </a:lnSpc>
              <a:spcBef>
                <a:spcPts val="533"/>
              </a:spcBef>
              <a:spcAft>
                <a:spcPts val="0"/>
              </a:spcAft>
              <a:buClr>
                <a:schemeClr val="dk1"/>
              </a:buClr>
              <a:buSzPts val="800"/>
              <a:buNone/>
              <a:defRPr sz="1100"/>
            </a:lvl4pPr>
            <a:lvl5pPr marL="3047924" lvl="4" indent="-304792" algn="l">
              <a:lnSpc>
                <a:spcPct val="90000"/>
              </a:lnSpc>
              <a:spcBef>
                <a:spcPts val="533"/>
              </a:spcBef>
              <a:spcAft>
                <a:spcPts val="0"/>
              </a:spcAft>
              <a:buClr>
                <a:schemeClr val="dk1"/>
              </a:buClr>
              <a:buSzPts val="800"/>
              <a:buNone/>
              <a:defRPr sz="1100"/>
            </a:lvl5pPr>
            <a:lvl6pPr marL="3657509" lvl="5" indent="-304792" algn="l">
              <a:lnSpc>
                <a:spcPct val="90000"/>
              </a:lnSpc>
              <a:spcBef>
                <a:spcPts val="533"/>
              </a:spcBef>
              <a:spcAft>
                <a:spcPts val="0"/>
              </a:spcAft>
              <a:buClr>
                <a:schemeClr val="dk1"/>
              </a:buClr>
              <a:buSzPts val="800"/>
              <a:buNone/>
              <a:defRPr sz="1100"/>
            </a:lvl6pPr>
            <a:lvl7pPr marL="4267093" lvl="6" indent="-304792" algn="l">
              <a:lnSpc>
                <a:spcPct val="90000"/>
              </a:lnSpc>
              <a:spcBef>
                <a:spcPts val="533"/>
              </a:spcBef>
              <a:spcAft>
                <a:spcPts val="0"/>
              </a:spcAft>
              <a:buClr>
                <a:schemeClr val="dk1"/>
              </a:buClr>
              <a:buSzPts val="800"/>
              <a:buNone/>
              <a:defRPr sz="1100"/>
            </a:lvl7pPr>
            <a:lvl8pPr marL="4876678" lvl="7" indent="-304792" algn="l">
              <a:lnSpc>
                <a:spcPct val="90000"/>
              </a:lnSpc>
              <a:spcBef>
                <a:spcPts val="533"/>
              </a:spcBef>
              <a:spcAft>
                <a:spcPts val="0"/>
              </a:spcAft>
              <a:buClr>
                <a:schemeClr val="dk1"/>
              </a:buClr>
              <a:buSzPts val="800"/>
              <a:buNone/>
              <a:defRPr sz="1100"/>
            </a:lvl8pPr>
            <a:lvl9pPr marL="5486263" lvl="8" indent="-304792" algn="l">
              <a:lnSpc>
                <a:spcPct val="90000"/>
              </a:lnSpc>
              <a:spcBef>
                <a:spcPts val="533"/>
              </a:spcBef>
              <a:spcAft>
                <a:spcPts val="0"/>
              </a:spcAft>
              <a:buClr>
                <a:schemeClr val="dk1"/>
              </a:buClr>
              <a:buSzPts val="800"/>
              <a:buNone/>
              <a:defRPr sz="1100"/>
            </a:lvl9pPr>
          </a:lstStyle>
          <a:p>
            <a:endParaRPr/>
          </a:p>
        </p:txBody>
      </p:sp>
      <p:sp>
        <p:nvSpPr>
          <p:cNvPr id="58" name="Google Shape;58;p9"/>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87A0C98E-F72B-42C4-91A6-2FC6F4FC3457}" type="datetime1">
              <a:rPr lang="mn-MN" smtClean="0"/>
              <a:t>2026.04.07</a:t>
            </a:fld>
            <a:endParaRPr/>
          </a:p>
        </p:txBody>
      </p:sp>
      <p:sp>
        <p:nvSpPr>
          <p:cNvPr id="59" name="Google Shape;59;p9"/>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9"/>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400" cy="16000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Google Shape;63;p10"/>
          <p:cNvSpPr>
            <a:spLocks noGrp="1"/>
          </p:cNvSpPr>
          <p:nvPr>
            <p:ph type="pic" idx="2"/>
          </p:nvPr>
        </p:nvSpPr>
        <p:spPr>
          <a:xfrm>
            <a:off x="5183188" y="987425"/>
            <a:ext cx="6172000" cy="48736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1067"/>
              </a:spcBef>
              <a:spcAft>
                <a:spcPts val="0"/>
              </a:spcAft>
              <a:buClr>
                <a:schemeClr val="dk1"/>
              </a:buClr>
              <a:buSzPts val="24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33"/>
              </a:spcBef>
              <a:spcAft>
                <a:spcPts val="0"/>
              </a:spcAft>
              <a:buClr>
                <a:schemeClr val="dk1"/>
              </a:buClr>
              <a:buSzPts val="21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33"/>
              </a:spcBef>
              <a:spcAft>
                <a:spcPts val="0"/>
              </a:spcAft>
              <a:buClr>
                <a:schemeClr val="dk1"/>
              </a:buClr>
              <a:buSzPts val="18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839788" y="2057400"/>
            <a:ext cx="3932400" cy="3811600"/>
          </a:xfrm>
          <a:prstGeom prst="rect">
            <a:avLst/>
          </a:prstGeom>
          <a:noFill/>
          <a:ln>
            <a:noFill/>
          </a:ln>
        </p:spPr>
        <p:txBody>
          <a:bodyPr spcFirstLastPara="1" wrap="square" lIns="68575" tIns="34275" rIns="68575" bIns="34275" anchor="t" anchorCtr="0">
            <a:noAutofit/>
          </a:bodyPr>
          <a:lstStyle>
            <a:lvl1pPr marL="609585" lvl="0" indent="-304792" algn="l">
              <a:lnSpc>
                <a:spcPct val="90000"/>
              </a:lnSpc>
              <a:spcBef>
                <a:spcPts val="1067"/>
              </a:spcBef>
              <a:spcAft>
                <a:spcPts val="0"/>
              </a:spcAft>
              <a:buClr>
                <a:schemeClr val="dk1"/>
              </a:buClr>
              <a:buSzPts val="1200"/>
              <a:buNone/>
              <a:defRPr sz="1600"/>
            </a:lvl1pPr>
            <a:lvl2pPr marL="1219170" lvl="1" indent="-304792" algn="l">
              <a:lnSpc>
                <a:spcPct val="90000"/>
              </a:lnSpc>
              <a:spcBef>
                <a:spcPts val="533"/>
              </a:spcBef>
              <a:spcAft>
                <a:spcPts val="0"/>
              </a:spcAft>
              <a:buClr>
                <a:schemeClr val="dk1"/>
              </a:buClr>
              <a:buSzPts val="1100"/>
              <a:buNone/>
              <a:defRPr sz="1500"/>
            </a:lvl2pPr>
            <a:lvl3pPr marL="1828754" lvl="2" indent="-304792" algn="l">
              <a:lnSpc>
                <a:spcPct val="90000"/>
              </a:lnSpc>
              <a:spcBef>
                <a:spcPts val="533"/>
              </a:spcBef>
              <a:spcAft>
                <a:spcPts val="0"/>
              </a:spcAft>
              <a:buClr>
                <a:schemeClr val="dk1"/>
              </a:buClr>
              <a:buSzPts val="900"/>
              <a:buNone/>
              <a:defRPr sz="1200"/>
            </a:lvl3pPr>
            <a:lvl4pPr marL="2438339" lvl="3" indent="-304792" algn="l">
              <a:lnSpc>
                <a:spcPct val="90000"/>
              </a:lnSpc>
              <a:spcBef>
                <a:spcPts val="533"/>
              </a:spcBef>
              <a:spcAft>
                <a:spcPts val="0"/>
              </a:spcAft>
              <a:buClr>
                <a:schemeClr val="dk1"/>
              </a:buClr>
              <a:buSzPts val="800"/>
              <a:buNone/>
              <a:defRPr sz="1100"/>
            </a:lvl4pPr>
            <a:lvl5pPr marL="3047924" lvl="4" indent="-304792" algn="l">
              <a:lnSpc>
                <a:spcPct val="90000"/>
              </a:lnSpc>
              <a:spcBef>
                <a:spcPts val="533"/>
              </a:spcBef>
              <a:spcAft>
                <a:spcPts val="0"/>
              </a:spcAft>
              <a:buClr>
                <a:schemeClr val="dk1"/>
              </a:buClr>
              <a:buSzPts val="800"/>
              <a:buNone/>
              <a:defRPr sz="1100"/>
            </a:lvl5pPr>
            <a:lvl6pPr marL="3657509" lvl="5" indent="-304792" algn="l">
              <a:lnSpc>
                <a:spcPct val="90000"/>
              </a:lnSpc>
              <a:spcBef>
                <a:spcPts val="533"/>
              </a:spcBef>
              <a:spcAft>
                <a:spcPts val="0"/>
              </a:spcAft>
              <a:buClr>
                <a:schemeClr val="dk1"/>
              </a:buClr>
              <a:buSzPts val="800"/>
              <a:buNone/>
              <a:defRPr sz="1100"/>
            </a:lvl6pPr>
            <a:lvl7pPr marL="4267093" lvl="6" indent="-304792" algn="l">
              <a:lnSpc>
                <a:spcPct val="90000"/>
              </a:lnSpc>
              <a:spcBef>
                <a:spcPts val="533"/>
              </a:spcBef>
              <a:spcAft>
                <a:spcPts val="0"/>
              </a:spcAft>
              <a:buClr>
                <a:schemeClr val="dk1"/>
              </a:buClr>
              <a:buSzPts val="800"/>
              <a:buNone/>
              <a:defRPr sz="1100"/>
            </a:lvl7pPr>
            <a:lvl8pPr marL="4876678" lvl="7" indent="-304792" algn="l">
              <a:lnSpc>
                <a:spcPct val="90000"/>
              </a:lnSpc>
              <a:spcBef>
                <a:spcPts val="533"/>
              </a:spcBef>
              <a:spcAft>
                <a:spcPts val="0"/>
              </a:spcAft>
              <a:buClr>
                <a:schemeClr val="dk1"/>
              </a:buClr>
              <a:buSzPts val="800"/>
              <a:buNone/>
              <a:defRPr sz="1100"/>
            </a:lvl8pPr>
            <a:lvl9pPr marL="5486263" lvl="8" indent="-304792" algn="l">
              <a:lnSpc>
                <a:spcPct val="90000"/>
              </a:lnSpc>
              <a:spcBef>
                <a:spcPts val="533"/>
              </a:spcBef>
              <a:spcAft>
                <a:spcPts val="0"/>
              </a:spcAft>
              <a:buClr>
                <a:schemeClr val="dk1"/>
              </a:buClr>
              <a:buSzPts val="800"/>
              <a:buNone/>
              <a:defRPr sz="1100"/>
            </a:lvl9pPr>
          </a:lstStyle>
          <a:p>
            <a:endParaRPr/>
          </a:p>
        </p:txBody>
      </p:sp>
      <p:sp>
        <p:nvSpPr>
          <p:cNvPr id="65" name="Google Shape;65;p10"/>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3575FB59-7106-40EA-AD8D-B760BFA26ACE}" type="datetime1">
              <a:rPr lang="mn-MN" smtClean="0"/>
              <a:t>2026.04.07</a:t>
            </a:fld>
            <a:endParaRPr/>
          </a:p>
        </p:txBody>
      </p:sp>
      <p:sp>
        <p:nvSpPr>
          <p:cNvPr id="66" name="Google Shape;66;p10"/>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0"/>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Google Shape;70;p11"/>
          <p:cNvSpPr txBox="1">
            <a:spLocks noGrp="1"/>
          </p:cNvSpPr>
          <p:nvPr>
            <p:ph type="body" idx="1"/>
          </p:nvPr>
        </p:nvSpPr>
        <p:spPr>
          <a:xfrm rot="5400000">
            <a:off x="3920400" y="-1256575"/>
            <a:ext cx="4351200" cy="105156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71" name="Google Shape;71;p11"/>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B5B4735D-76F8-4B6D-9A1E-1499F949BDD5}" type="datetime1">
              <a:rPr lang="mn-MN" smtClean="0"/>
              <a:t>2026.04.07</a:t>
            </a:fld>
            <a:endParaRPr/>
          </a:p>
        </p:txBody>
      </p:sp>
      <p:sp>
        <p:nvSpPr>
          <p:cNvPr id="72" name="Google Shape;72;p11"/>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1"/>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415600" y="593367"/>
            <a:ext cx="11360800" cy="763600"/>
          </a:xfrm>
          <a:prstGeom prst="rect">
            <a:avLst/>
          </a:prstGeom>
        </p:spPr>
        <p:txBody>
          <a:bodyPr spcFirstLastPara="1" wrap="square" lIns="68575" tIns="34275" rIns="68575" bIns="34275" anchor="ctr" anchorCtr="0">
            <a:noAutofit/>
          </a:bodyPr>
          <a:lstStyle>
            <a:lvl1pPr lvl="0" rtl="0">
              <a:spcBef>
                <a:spcPts val="0"/>
              </a:spcBef>
              <a:spcAft>
                <a:spcPts val="0"/>
              </a:spcAft>
              <a:buSzPts val="2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82" name="Google Shape;82;p13"/>
          <p:cNvSpPr txBox="1">
            <a:spLocks noGrp="1"/>
          </p:cNvSpPr>
          <p:nvPr>
            <p:ph type="body" idx="1"/>
          </p:nvPr>
        </p:nvSpPr>
        <p:spPr>
          <a:xfrm>
            <a:off x="415600" y="1536633"/>
            <a:ext cx="11360800" cy="4555200"/>
          </a:xfrm>
          <a:prstGeom prst="rect">
            <a:avLst/>
          </a:prstGeom>
        </p:spPr>
        <p:txBody>
          <a:bodyPr spcFirstLastPara="1" wrap="square" lIns="68575" tIns="34275" rIns="68575" bIns="34275" anchor="t" anchorCtr="0">
            <a:noAutofit/>
          </a:bodyPr>
          <a:lstStyle>
            <a:lvl1pPr marL="609585" lvl="0" indent="-482588" rtl="0">
              <a:spcBef>
                <a:spcPts val="1067"/>
              </a:spcBef>
              <a:spcAft>
                <a:spcPts val="0"/>
              </a:spcAft>
              <a:buSzPts val="2100"/>
              <a:buChar char="•"/>
              <a:defRPr/>
            </a:lvl1pPr>
            <a:lvl2pPr marL="1219170" lvl="1" indent="-457189" rtl="0">
              <a:spcBef>
                <a:spcPts val="533"/>
              </a:spcBef>
              <a:spcAft>
                <a:spcPts val="0"/>
              </a:spcAft>
              <a:buSzPts val="1800"/>
              <a:buChar char="•"/>
              <a:defRPr/>
            </a:lvl2pPr>
            <a:lvl3pPr marL="1828754" lvl="2" indent="-431789" rtl="0">
              <a:spcBef>
                <a:spcPts val="533"/>
              </a:spcBef>
              <a:spcAft>
                <a:spcPts val="0"/>
              </a:spcAft>
              <a:buSzPts val="1500"/>
              <a:buChar char="•"/>
              <a:defRPr/>
            </a:lvl3pPr>
            <a:lvl4pPr marL="2438339" lvl="3" indent="-423323" rtl="0">
              <a:spcBef>
                <a:spcPts val="533"/>
              </a:spcBef>
              <a:spcAft>
                <a:spcPts val="0"/>
              </a:spcAft>
              <a:buSzPts val="1400"/>
              <a:buChar char="•"/>
              <a:defRPr/>
            </a:lvl4pPr>
            <a:lvl5pPr marL="3047924" lvl="4" indent="-423323" rtl="0">
              <a:spcBef>
                <a:spcPts val="533"/>
              </a:spcBef>
              <a:spcAft>
                <a:spcPts val="0"/>
              </a:spcAft>
              <a:buSzPts val="1400"/>
              <a:buChar char="•"/>
              <a:defRPr/>
            </a:lvl5pPr>
            <a:lvl6pPr marL="3657509" lvl="5" indent="-423323" rtl="0">
              <a:spcBef>
                <a:spcPts val="533"/>
              </a:spcBef>
              <a:spcAft>
                <a:spcPts val="0"/>
              </a:spcAft>
              <a:buSzPts val="1400"/>
              <a:buChar char="•"/>
              <a:defRPr/>
            </a:lvl6pPr>
            <a:lvl7pPr marL="4267093" lvl="6" indent="-423323" rtl="0">
              <a:spcBef>
                <a:spcPts val="533"/>
              </a:spcBef>
              <a:spcAft>
                <a:spcPts val="0"/>
              </a:spcAft>
              <a:buSzPts val="1400"/>
              <a:buChar char="•"/>
              <a:defRPr/>
            </a:lvl7pPr>
            <a:lvl8pPr marL="4876678" lvl="7" indent="-423323" rtl="0">
              <a:spcBef>
                <a:spcPts val="533"/>
              </a:spcBef>
              <a:spcAft>
                <a:spcPts val="0"/>
              </a:spcAft>
              <a:buSzPts val="1400"/>
              <a:buChar char="•"/>
              <a:defRPr/>
            </a:lvl8pPr>
            <a:lvl9pPr marL="5486263" lvl="8" indent="-423323" rtl="0">
              <a:spcBef>
                <a:spcPts val="533"/>
              </a:spcBef>
              <a:spcAft>
                <a:spcPts val="0"/>
              </a:spcAft>
              <a:buSzPts val="1400"/>
              <a:buChar char="•"/>
              <a:defRPr/>
            </a:lvl9pPr>
          </a:lstStyle>
          <a:p>
            <a:endParaRPr/>
          </a:p>
        </p:txBody>
      </p:sp>
      <p:sp>
        <p:nvSpPr>
          <p:cNvPr id="9" name="Date Placeholder 8">
            <a:extLst>
              <a:ext uri="{FF2B5EF4-FFF2-40B4-BE49-F238E27FC236}">
                <a16:creationId xmlns:a16="http://schemas.microsoft.com/office/drawing/2014/main" id="{E0664542-C72E-4EAB-A728-F66849F3443A}"/>
              </a:ext>
            </a:extLst>
          </p:cNvPr>
          <p:cNvSpPr>
            <a:spLocks noGrp="1"/>
          </p:cNvSpPr>
          <p:nvPr>
            <p:ph type="dt" idx="10"/>
          </p:nvPr>
        </p:nvSpPr>
        <p:spPr>
          <a:xfrm>
            <a:off x="8567406" y="6356351"/>
            <a:ext cx="1828345" cy="275268"/>
          </a:xfrm>
        </p:spPr>
        <p:txBody>
          <a:bodyPr/>
          <a:lstStyle>
            <a:lvl1pPr algn="r">
              <a:defRPr>
                <a:solidFill>
                  <a:srgbClr val="1F1A6C"/>
                </a:solidFill>
              </a:defRPr>
            </a:lvl1pPr>
          </a:lstStyle>
          <a:p>
            <a:fld id="{E24B3B50-9E6E-4F25-A631-8F17A7F36BEA}" type="datetime1">
              <a:rPr lang="mn-MN" smtClean="0"/>
              <a:pPr/>
              <a:t>2026.04.07</a:t>
            </a:fld>
            <a:endParaRPr lang="mn-MN"/>
          </a:p>
        </p:txBody>
      </p:sp>
      <p:sp>
        <p:nvSpPr>
          <p:cNvPr id="10" name="Footer Placeholder 9">
            <a:extLst>
              <a:ext uri="{FF2B5EF4-FFF2-40B4-BE49-F238E27FC236}">
                <a16:creationId xmlns:a16="http://schemas.microsoft.com/office/drawing/2014/main" id="{DAC78CFC-765A-4C4D-8763-00D7E687CF02}"/>
              </a:ext>
            </a:extLst>
          </p:cNvPr>
          <p:cNvSpPr>
            <a:spLocks noGrp="1"/>
          </p:cNvSpPr>
          <p:nvPr>
            <p:ph type="ftr" idx="11"/>
          </p:nvPr>
        </p:nvSpPr>
        <p:spPr>
          <a:xfrm>
            <a:off x="4038600" y="6356351"/>
            <a:ext cx="4114800" cy="275268"/>
          </a:xfrm>
        </p:spPr>
        <p:txBody>
          <a:bodyPr/>
          <a:lstStyle>
            <a:lvl1pPr>
              <a:defRPr>
                <a:solidFill>
                  <a:srgbClr val="1F1A6C"/>
                </a:solidFill>
              </a:defRPr>
            </a:lvl1pPr>
          </a:lstStyle>
          <a:p>
            <a:endParaRPr lang="en-US"/>
          </a:p>
        </p:txBody>
      </p:sp>
      <p:sp>
        <p:nvSpPr>
          <p:cNvPr id="11" name="Slide Number Placeholder 10">
            <a:extLst>
              <a:ext uri="{FF2B5EF4-FFF2-40B4-BE49-F238E27FC236}">
                <a16:creationId xmlns:a16="http://schemas.microsoft.com/office/drawing/2014/main" id="{EA66525B-5C79-4C1F-B5C9-EC0AE994134D}"/>
              </a:ext>
            </a:extLst>
          </p:cNvPr>
          <p:cNvSpPr>
            <a:spLocks noGrp="1"/>
          </p:cNvSpPr>
          <p:nvPr>
            <p:ph type="sldNum" idx="12"/>
          </p:nvPr>
        </p:nvSpPr>
        <p:spPr>
          <a:xfrm>
            <a:off x="11301274" y="6356351"/>
            <a:ext cx="475125" cy="275268"/>
          </a:xfrm>
        </p:spPr>
        <p:txBody>
          <a:bodyPr/>
          <a:lstStyle>
            <a:lvl1pPr algn="l">
              <a:defRPr>
                <a:solidFill>
                  <a:srgbClr val="1F1A6C"/>
                </a:solidFill>
              </a:defRPr>
            </a:lvl1pPr>
          </a:lstStyle>
          <a:p>
            <a:fld id="{00000000-1234-1234-1234-123412341234}" type="slidenum">
              <a:rPr lang="mn" smtClean="0"/>
              <a:pPr/>
              <a:t>‹#›</a:t>
            </a:fld>
            <a:endParaRPr lang="m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2400"/>
              <a:buFont typeface="Montserrat"/>
              <a:buNone/>
              <a:defRPr sz="2400" i="0" u="none" strike="noStrike" cap="none">
                <a:solidFill>
                  <a:schemeClr val="dk1"/>
                </a:solidFill>
                <a:latin typeface="Montserrat"/>
                <a:ea typeface="Montserrat"/>
                <a:cs typeface="Montserrat"/>
                <a:sym typeface="Montserrat"/>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Google Shape;7;p1"/>
          <p:cNvSpPr txBox="1">
            <a:spLocks noGrp="1"/>
          </p:cNvSpPr>
          <p:nvPr>
            <p:ph type="body" idx="1"/>
          </p:nvPr>
        </p:nvSpPr>
        <p:spPr>
          <a:xfrm>
            <a:off x="838200" y="1825625"/>
            <a:ext cx="10515600" cy="43512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Montserrat"/>
              <a:buChar char="•"/>
              <a:defRPr sz="2100" i="0" u="none" strike="noStrike" cap="none">
                <a:solidFill>
                  <a:schemeClr val="dk1"/>
                </a:solidFill>
                <a:latin typeface="Montserrat"/>
                <a:ea typeface="Montserrat"/>
                <a:cs typeface="Montserrat"/>
                <a:sym typeface="Montserrat"/>
              </a:defRPr>
            </a:lvl1pPr>
            <a:lvl2pPr marL="914400" marR="0" lvl="1" indent="-342900" algn="l" rtl="0">
              <a:lnSpc>
                <a:spcPct val="90000"/>
              </a:lnSpc>
              <a:spcBef>
                <a:spcPts val="400"/>
              </a:spcBef>
              <a:spcAft>
                <a:spcPts val="0"/>
              </a:spcAft>
              <a:buClr>
                <a:schemeClr val="dk1"/>
              </a:buClr>
              <a:buSzPts val="1800"/>
              <a:buFont typeface="Montserrat"/>
              <a:buChar char="•"/>
              <a:defRPr sz="1800" i="0" u="none" strike="noStrike" cap="none">
                <a:solidFill>
                  <a:schemeClr val="dk1"/>
                </a:solidFill>
                <a:latin typeface="Montserrat"/>
                <a:ea typeface="Montserrat"/>
                <a:cs typeface="Montserrat"/>
                <a:sym typeface="Montserrat"/>
              </a:defRPr>
            </a:lvl2pPr>
            <a:lvl3pPr marL="1371600" marR="0" lvl="2" indent="-323850" algn="l" rtl="0">
              <a:lnSpc>
                <a:spcPct val="90000"/>
              </a:lnSpc>
              <a:spcBef>
                <a:spcPts val="400"/>
              </a:spcBef>
              <a:spcAft>
                <a:spcPts val="0"/>
              </a:spcAft>
              <a:buClr>
                <a:schemeClr val="dk1"/>
              </a:buClr>
              <a:buSzPts val="1500"/>
              <a:buFont typeface="Montserrat"/>
              <a:buChar char="•"/>
              <a:defRPr sz="1500" i="0" u="none" strike="noStrike" cap="none">
                <a:solidFill>
                  <a:schemeClr val="dk1"/>
                </a:solidFill>
                <a:latin typeface="Montserrat"/>
                <a:ea typeface="Montserrat"/>
                <a:cs typeface="Montserrat"/>
                <a:sym typeface="Montserrat"/>
              </a:defRPr>
            </a:lvl3pPr>
            <a:lvl4pPr marL="1828800" marR="0" lvl="3"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4pPr>
            <a:lvl5pPr marL="2286000" marR="0" lvl="4"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5pPr>
            <a:lvl6pPr marL="2743200" marR="0" lvl="5"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6pPr>
            <a:lvl7pPr marL="3200400" marR="0" lvl="6"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7pPr>
            <a:lvl8pPr marL="3657600" marR="0" lvl="7"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8pPr>
            <a:lvl9pPr marL="4114800" marR="0" lvl="8"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9pPr>
          </a:lstStyle>
          <a:p>
            <a:endParaRPr/>
          </a:p>
        </p:txBody>
      </p:sp>
      <p:sp>
        <p:nvSpPr>
          <p:cNvPr id="8" name="Google Shape;8;p1"/>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9pPr>
          </a:lstStyle>
          <a:p>
            <a:fld id="{C013C0A4-16F6-4724-B6F9-DF527348F887}" type="datetime1">
              <a:rPr lang="mn-MN" smtClean="0"/>
              <a:t>2026.04.07</a:t>
            </a:fld>
            <a:endParaRPr/>
          </a:p>
        </p:txBody>
      </p:sp>
      <p:sp>
        <p:nvSpPr>
          <p:cNvPr id="9" name="Google Shape;9;p1"/>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9" r:id="rId9"/>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 name="Rectangle 1"/>
          <p:cNvSpPr/>
          <p:nvPr/>
        </p:nvSpPr>
        <p:spPr>
          <a:xfrm>
            <a:off x="898064" y="5813013"/>
            <a:ext cx="10093378" cy="369332"/>
          </a:xfrm>
          <a:prstGeom prst="rect">
            <a:avLst/>
          </a:prstGeom>
        </p:spPr>
        <p:txBody>
          <a:bodyPr wrap="square" lIns="91440" tIns="45720" rIns="91440" bIns="45720" anchor="t">
            <a:spAutoFit/>
          </a:bodyPr>
          <a:lstStyle/>
          <a:p>
            <a:pPr algn="ctr"/>
            <a:r>
              <a:rPr lang="mn-MN" b="1">
                <a:solidFill>
                  <a:srgbClr val="1F1A6C"/>
                </a:solidFill>
                <a:latin typeface="Open Sans"/>
                <a:ea typeface="Open Sans"/>
                <a:cs typeface="Open Sans"/>
                <a:sym typeface="Montserrat"/>
              </a:rPr>
              <a:t>Улаанбаатар 2026 он</a:t>
            </a:r>
            <a:endParaRPr lang="en-GB">
              <a:latin typeface="Open Sans"/>
              <a:ea typeface="Open Sans"/>
              <a:cs typeface="Open Sans"/>
            </a:endParaRPr>
          </a:p>
        </p:txBody>
      </p:sp>
      <p:sp>
        <p:nvSpPr>
          <p:cNvPr id="3" name="Subtitle 2">
            <a:extLst>
              <a:ext uri="{FF2B5EF4-FFF2-40B4-BE49-F238E27FC236}">
                <a16:creationId xmlns:a16="http://schemas.microsoft.com/office/drawing/2014/main" id="{0817932B-FBE3-4CCB-BF21-09F903A50E1B}"/>
              </a:ext>
            </a:extLst>
          </p:cNvPr>
          <p:cNvSpPr>
            <a:spLocks noGrp="1"/>
          </p:cNvSpPr>
          <p:nvPr>
            <p:ph type="subTitle" idx="1"/>
          </p:nvPr>
        </p:nvSpPr>
        <p:spPr>
          <a:xfrm>
            <a:off x="898064" y="4089120"/>
            <a:ext cx="10093378" cy="1544764"/>
          </a:xfrm>
        </p:spPr>
        <p:txBody>
          <a:bodyPr/>
          <a:lstStyle/>
          <a:p>
            <a:pPr algn="just"/>
            <a:endParaRPr lang="mn-MN" sz="1600">
              <a:solidFill>
                <a:schemeClr val="tx1"/>
              </a:solidFill>
              <a:latin typeface="Open Sans"/>
              <a:ea typeface="Open Sans"/>
              <a:cs typeface="Open Sans"/>
            </a:endParaRPr>
          </a:p>
          <a:p>
            <a:pPr algn="just"/>
            <a:r>
              <a:rPr lang="mn-MN" sz="1600">
                <a:solidFill>
                  <a:schemeClr val="tx1"/>
                </a:solidFill>
                <a:latin typeface="Open Sans"/>
                <a:ea typeface="Open Sans"/>
                <a:cs typeface="Open Sans"/>
              </a:rPr>
              <a:t>Удирдагч багш </a:t>
            </a:r>
            <a:r>
              <a:rPr lang="en-US" sz="1600">
                <a:solidFill>
                  <a:schemeClr val="tx1"/>
                </a:solidFill>
                <a:latin typeface="Open Sans"/>
                <a:ea typeface="Open Sans"/>
                <a:cs typeface="Open Sans"/>
              </a:rPr>
              <a:t>:</a:t>
            </a:r>
            <a:r>
              <a:rPr lang="mn-MN" sz="1600">
                <a:solidFill>
                  <a:schemeClr val="tx1"/>
                </a:solidFill>
                <a:latin typeface="Open Sans"/>
                <a:ea typeface="Open Sans"/>
                <a:cs typeface="Open Sans"/>
              </a:rPr>
              <a:t> Доктор(PhD) Б. Долгорсүрэн</a:t>
            </a:r>
          </a:p>
          <a:p>
            <a:pPr algn="just"/>
            <a:r>
              <a:rPr lang="mn-MN" sz="1600">
                <a:solidFill>
                  <a:schemeClr val="tx1"/>
                </a:solidFill>
                <a:latin typeface="Open Sans"/>
                <a:ea typeface="Open Sans"/>
                <a:cs typeface="Open Sans"/>
              </a:rPr>
              <a:t>Зөвлөх багш </a:t>
            </a:r>
            <a:r>
              <a:rPr lang="en-US" sz="1600">
                <a:solidFill>
                  <a:schemeClr val="tx1"/>
                </a:solidFill>
                <a:latin typeface="Open Sans"/>
                <a:ea typeface="Open Sans"/>
                <a:cs typeface="Open Sans"/>
              </a:rPr>
              <a:t>:</a:t>
            </a:r>
            <a:r>
              <a:rPr lang="mn-MN" sz="1600">
                <a:solidFill>
                  <a:schemeClr val="tx1"/>
                </a:solidFill>
                <a:latin typeface="Open Sans"/>
                <a:ea typeface="Open Sans"/>
                <a:cs typeface="Open Sans"/>
              </a:rPr>
              <a:t>  Магистр. Т.Золбоо</a:t>
            </a:r>
          </a:p>
          <a:p>
            <a:pPr algn="just"/>
            <a:endParaRPr lang="mn-MN" sz="160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Rectangle 6">
            <a:extLst>
              <a:ext uri="{FF2B5EF4-FFF2-40B4-BE49-F238E27FC236}">
                <a16:creationId xmlns:a16="http://schemas.microsoft.com/office/drawing/2014/main" id="{D5CCAAE7-814B-49F7-86A3-D1CC9907C49D}"/>
              </a:ext>
            </a:extLst>
          </p:cNvPr>
          <p:cNvSpPr/>
          <p:nvPr/>
        </p:nvSpPr>
        <p:spPr>
          <a:xfrm>
            <a:off x="898064" y="1761963"/>
            <a:ext cx="10093378" cy="830997"/>
          </a:xfrm>
          <a:prstGeom prst="rect">
            <a:avLst/>
          </a:prstGeom>
        </p:spPr>
        <p:txBody>
          <a:bodyPr wrap="square">
            <a:spAutoFit/>
          </a:bodyPr>
          <a:lstStyle/>
          <a:p>
            <a:pPr algn="r"/>
            <a:r>
              <a:rPr lang="mn-MN" sz="1600">
                <a:latin typeface="Open Sans" panose="020B0606030504020204" pitchFamily="34" charset="0"/>
                <a:ea typeface="Open Sans" panose="020B0606030504020204" pitchFamily="34" charset="0"/>
                <a:cs typeface="Open Sans" panose="020B0606030504020204" pitchFamily="34" charset="0"/>
              </a:rPr>
              <a:t>Мэргэжил: Мэдээллийн систем </a:t>
            </a:r>
          </a:p>
          <a:p>
            <a:pPr algn="r"/>
            <a:r>
              <a:rPr lang="mn-MN" sz="1600">
                <a:latin typeface="Open Sans" panose="020B0606030504020204" pitchFamily="34" charset="0"/>
                <a:ea typeface="Open Sans" panose="020B0606030504020204" pitchFamily="34" charset="0"/>
                <a:cs typeface="Open Sans" panose="020B0606030504020204" pitchFamily="34" charset="0"/>
              </a:rPr>
              <a:t>Мэргэжлийн индекс: </a:t>
            </a:r>
            <a:r>
              <a:rPr lang="en-US" sz="1600">
                <a:latin typeface="Open Sans" panose="020B0606030504020204" pitchFamily="34" charset="0"/>
                <a:ea typeface="Open Sans" panose="020B0606030504020204" pitchFamily="34" charset="0"/>
                <a:cs typeface="Open Sans" panose="020B0606030504020204" pitchFamily="34" charset="0"/>
              </a:rPr>
              <a:t>D0613030000000016</a:t>
            </a:r>
            <a:endParaRPr lang="mn-MN" sz="1600">
              <a:latin typeface="Open Sans" panose="020B0606030504020204" pitchFamily="34" charset="0"/>
              <a:ea typeface="Open Sans" panose="020B0606030504020204" pitchFamily="34" charset="0"/>
              <a:cs typeface="Open Sans" panose="020B0606030504020204" pitchFamily="34" charset="0"/>
            </a:endParaRPr>
          </a:p>
          <a:p>
            <a:pPr algn="r"/>
            <a:r>
              <a:rPr lang="mn-MN" sz="1600">
                <a:latin typeface="Open Sans" panose="020B0606030504020204" pitchFamily="34" charset="0"/>
                <a:ea typeface="Open Sans" panose="020B0606030504020204" pitchFamily="34" charset="0"/>
                <a:cs typeface="Open Sans" panose="020B0606030504020204" pitchFamily="34" charset="0"/>
              </a:rPr>
              <a:t>Бакалаврын дипломын төсөл</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0952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714495"/>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АГУУЛГА</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841952" y="1351392"/>
            <a:ext cx="11119510" cy="4615743"/>
          </a:xfrm>
          <a:prstGeom prst="rect">
            <a:avLst/>
          </a:prstGeom>
          <a:noFill/>
          <a:ln>
            <a:noFill/>
          </a:ln>
        </p:spPr>
        <p:txBody>
          <a:bodyPr spcFirstLastPara="1" vert="horz" wrap="square" lIns="91440" tIns="45720" rIns="91440" bIns="45720" numCol="2"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7000" indent="0">
              <a:buNone/>
            </a:pPr>
            <a:endParaRPr lang="en-US" sz="1600">
              <a:latin typeface="montserrat"/>
              <a:ea typeface="Arial"/>
              <a:cs typeface="Arial"/>
            </a:endParaRPr>
          </a:p>
          <a:p>
            <a:pPr marL="608965" indent="-481965"/>
            <a:r>
              <a:rPr lang="en-US" sz="1600" dirty="0" err="1">
                <a:ea typeface="Arial"/>
                <a:cs typeface="Arial"/>
              </a:rPr>
              <a:t>Хэрэглэгчийн</a:t>
            </a:r>
            <a:r>
              <a:rPr lang="en-US" sz="1600" dirty="0">
                <a:ea typeface="Arial"/>
                <a:cs typeface="Arial"/>
              </a:rPr>
              <a:t> </a:t>
            </a:r>
            <a:r>
              <a:rPr lang="en-US" sz="1600" dirty="0" err="1">
                <a:ea typeface="Arial"/>
                <a:cs typeface="Arial"/>
              </a:rPr>
              <a:t>хэрэгцээ</a:t>
            </a:r>
            <a:r>
              <a:rPr lang="en-US" sz="1600" dirty="0">
                <a:ea typeface="Arial"/>
                <a:cs typeface="Arial"/>
              </a:rPr>
              <a:t>, </a:t>
            </a:r>
            <a:r>
              <a:rPr lang="en-US" sz="1600" dirty="0" err="1">
                <a:ea typeface="Arial"/>
                <a:cs typeface="Arial"/>
              </a:rPr>
              <a:t>шаардлага</a:t>
            </a:r>
            <a:r>
              <a:rPr lang="en-US" sz="1600" dirty="0">
                <a:ea typeface="Arial"/>
                <a:cs typeface="Arial"/>
              </a:rPr>
              <a:t> </a:t>
            </a:r>
            <a:r>
              <a:rPr lang="en-US" sz="1600" dirty="0" err="1">
                <a:ea typeface="Arial"/>
                <a:cs typeface="Arial"/>
              </a:rPr>
              <a:t>тодорхойлох</a:t>
            </a:r>
          </a:p>
          <a:p>
            <a:pPr marL="608965" indent="-481965"/>
            <a:r>
              <a:rPr lang="en-US" sz="1600" dirty="0" err="1">
                <a:ea typeface="Roboto"/>
                <a:cs typeface="+mn-lt"/>
              </a:rPr>
              <a:t>Системийн</a:t>
            </a:r>
            <a:r>
              <a:rPr lang="en-US" sz="1600" dirty="0">
                <a:ea typeface="Roboto"/>
                <a:cs typeface="+mn-lt"/>
              </a:rPr>
              <a:t> </a:t>
            </a:r>
            <a:r>
              <a:rPr lang="en-US" sz="1600" dirty="0" err="1">
                <a:ea typeface="Roboto"/>
                <a:cs typeface="+mn-lt"/>
              </a:rPr>
              <a:t>шийдэл</a:t>
            </a:r>
            <a:r>
              <a:rPr lang="en-US" sz="1600" dirty="0">
                <a:ea typeface="Roboto"/>
                <a:cs typeface="+mn-lt"/>
              </a:rPr>
              <a:t> </a:t>
            </a:r>
            <a:r>
              <a:rPr lang="en-US" sz="1600" dirty="0" err="1">
                <a:ea typeface="Roboto"/>
                <a:cs typeface="+mn-lt"/>
              </a:rPr>
              <a:t>боловсруулах</a:t>
            </a:r>
            <a:endParaRPr lang="en-US" sz="1600" dirty="0">
              <a:ea typeface="Roboto"/>
              <a:cs typeface="+mn-lt"/>
            </a:endParaRPr>
          </a:p>
          <a:p>
            <a:pPr marL="608965" indent="-481965"/>
            <a:r>
              <a:rPr lang="en-US" sz="1600" dirty="0" err="1">
                <a:ea typeface="Roboto"/>
                <a:cs typeface="+mn-lt"/>
              </a:rPr>
              <a:t>Системийн</a:t>
            </a:r>
            <a:r>
              <a:rPr lang="en-US" sz="1600" dirty="0">
                <a:ea typeface="Roboto"/>
                <a:cs typeface="+mn-lt"/>
              </a:rPr>
              <a:t> </a:t>
            </a:r>
            <a:r>
              <a:rPr lang="en-US" sz="1600" dirty="0" err="1">
                <a:ea typeface="Roboto"/>
                <a:cs typeface="+mn-lt"/>
              </a:rPr>
              <a:t>зорилго</a:t>
            </a:r>
            <a:endParaRPr lang="en-US" sz="1600" dirty="0">
              <a:ea typeface="Roboto"/>
              <a:cs typeface="+mn-lt"/>
            </a:endParaRPr>
          </a:p>
          <a:p>
            <a:pPr marL="608965" indent="-481965"/>
            <a:r>
              <a:rPr lang="en-US" sz="1600" dirty="0" err="1">
                <a:latin typeface="montserrat"/>
                <a:ea typeface="Roboto"/>
                <a:cs typeface="+mn-lt"/>
              </a:rPr>
              <a:t>Системийн</a:t>
            </a:r>
            <a:r>
              <a:rPr lang="en-US" sz="1600" dirty="0">
                <a:latin typeface="montserrat"/>
                <a:ea typeface="Roboto"/>
                <a:cs typeface="+mn-lt"/>
              </a:rPr>
              <a:t> </a:t>
            </a:r>
            <a:r>
              <a:rPr lang="mn-MN" sz="1600" dirty="0">
                <a:latin typeface="montserrat"/>
                <a:ea typeface="Roboto"/>
                <a:cs typeface="+mn-lt"/>
              </a:rPr>
              <a:t>хэрэглэгчии</a:t>
            </a:r>
            <a:r>
              <a:rPr lang="en-US" sz="1600" dirty="0">
                <a:latin typeface="montserrat"/>
                <a:ea typeface="Roboto"/>
                <a:cs typeface="+mn-lt"/>
              </a:rPr>
              <a:t>̆г </a:t>
            </a:r>
            <a:r>
              <a:rPr lang="en-US" sz="1600" dirty="0" err="1">
                <a:latin typeface="montserrat"/>
                <a:ea typeface="Roboto"/>
                <a:cs typeface="+mn-lt"/>
              </a:rPr>
              <a:t>тодорхойлох</a:t>
            </a:r>
            <a:r>
              <a:rPr lang="en-US" sz="1600" dirty="0">
                <a:latin typeface="montserrat"/>
                <a:ea typeface="Roboto"/>
                <a:cs typeface="+mn-lt"/>
              </a:rPr>
              <a:t> </a:t>
            </a:r>
            <a:endParaRPr lang="en-US" sz="1600" dirty="0">
              <a:latin typeface="montserrat"/>
            </a:endParaRPr>
          </a:p>
          <a:p>
            <a:pPr marL="608965" indent="-481965"/>
            <a:r>
              <a:rPr lang="en-US" sz="1600" dirty="0" err="1">
                <a:latin typeface="montserrat"/>
                <a:ea typeface="Roboto"/>
                <a:cs typeface="+mn-lt"/>
              </a:rPr>
              <a:t>Функционал</a:t>
            </a:r>
            <a:r>
              <a:rPr lang="en-US" sz="1600" dirty="0">
                <a:latin typeface="montserrat"/>
                <a:ea typeface="Roboto"/>
                <a:cs typeface="+mn-lt"/>
              </a:rPr>
              <a:t> </a:t>
            </a:r>
            <a:r>
              <a:rPr lang="en-US" sz="1600" dirty="0" err="1">
                <a:latin typeface="montserrat"/>
                <a:ea typeface="Roboto"/>
                <a:cs typeface="+mn-lt"/>
              </a:rPr>
              <a:t>шаардлагуудыг</a:t>
            </a:r>
            <a:r>
              <a:rPr lang="en-US" sz="1600" dirty="0">
                <a:latin typeface="montserrat"/>
                <a:ea typeface="Roboto"/>
                <a:cs typeface="+mn-lt"/>
              </a:rPr>
              <a:t> </a:t>
            </a:r>
            <a:r>
              <a:rPr lang="en-US" sz="1600" dirty="0" err="1">
                <a:latin typeface="montserrat"/>
                <a:ea typeface="Roboto"/>
                <a:cs typeface="+mn-lt"/>
              </a:rPr>
              <a:t>тодорхойлох</a:t>
            </a:r>
            <a:r>
              <a:rPr lang="en-US" sz="1600" dirty="0">
                <a:latin typeface="montserrat"/>
                <a:ea typeface="Roboto"/>
                <a:cs typeface="+mn-lt"/>
              </a:rPr>
              <a:t> </a:t>
            </a:r>
            <a:endParaRPr lang="en-US" sz="1600" dirty="0">
              <a:latin typeface="montserrat"/>
            </a:endParaRPr>
          </a:p>
          <a:p>
            <a:pPr marL="608965" indent="-481965"/>
            <a:r>
              <a:rPr lang="en-US" sz="1600" dirty="0" err="1">
                <a:ea typeface="Roboto"/>
                <a:cs typeface="+mn-lt"/>
              </a:rPr>
              <a:t>Ашиглагдах</a:t>
            </a:r>
            <a:r>
              <a:rPr lang="en-US" sz="1600" dirty="0">
                <a:ea typeface="Roboto"/>
                <a:cs typeface="+mn-lt"/>
              </a:rPr>
              <a:t> </a:t>
            </a:r>
            <a:r>
              <a:rPr lang="en-US" sz="1600" dirty="0" err="1">
                <a:ea typeface="Roboto"/>
                <a:cs typeface="+mn-lt"/>
              </a:rPr>
              <a:t>техник</a:t>
            </a:r>
            <a:r>
              <a:rPr lang="en-US" sz="1600" dirty="0">
                <a:ea typeface="Roboto"/>
                <a:cs typeface="+mn-lt"/>
              </a:rPr>
              <a:t>, </a:t>
            </a:r>
            <a:r>
              <a:rPr lang="en-US" sz="1600" dirty="0" err="1">
                <a:ea typeface="Roboto"/>
                <a:cs typeface="+mn-lt"/>
              </a:rPr>
              <a:t>технологи</a:t>
            </a:r>
            <a:endParaRPr lang="en-US" sz="1600" dirty="0" err="1">
              <a:latin typeface="montserrat"/>
              <a:ea typeface="Roboto"/>
              <a:cs typeface="+mn-lt"/>
            </a:endParaRPr>
          </a:p>
          <a:p>
            <a:pPr marL="608965" indent="-481965"/>
            <a:r>
              <a:rPr lang="en-US" sz="1600" dirty="0" err="1">
                <a:latin typeface="montserrat"/>
                <a:ea typeface="Roboto"/>
                <a:cs typeface="+mn-lt"/>
              </a:rPr>
              <a:t>Диаграм</a:t>
            </a:r>
            <a:r>
              <a:rPr lang="en-US" sz="1600" dirty="0">
                <a:latin typeface="montserrat"/>
                <a:ea typeface="Roboto"/>
                <a:cs typeface="+mn-lt"/>
              </a:rPr>
              <a:t> </a:t>
            </a:r>
          </a:p>
          <a:p>
            <a:pPr marL="608965" indent="-481965"/>
            <a:endParaRPr lang="en-US" sz="1600">
              <a:solidFill>
                <a:srgbClr val="000000"/>
              </a:solidFill>
              <a:latin typeface="montserrat"/>
              <a:ea typeface="Roboto" panose="02000000000000000000" pitchFamily="2" charset="0"/>
              <a:cs typeface="+mn-lt"/>
            </a:endParaRPr>
          </a:p>
          <a:p>
            <a:pPr marL="608965" indent="-481965"/>
            <a:endParaRPr lang="en-US">
              <a:solidFill>
                <a:srgbClr val="595959"/>
              </a:solidFill>
              <a:latin typeface="Corbel"/>
              <a:ea typeface="Roboto" panose="02000000000000000000" pitchFamily="2" charset="0"/>
              <a:cs typeface="+mn-lt"/>
            </a:endParaRPr>
          </a:p>
          <a:p>
            <a:pPr marL="608965" indent="-481965"/>
            <a:endParaRPr lang="en-US">
              <a:solidFill>
                <a:srgbClr val="595959"/>
              </a:solidFill>
              <a:latin typeface="Corbel"/>
              <a:ea typeface="Roboto" panose="02000000000000000000" pitchFamily="2" charset="0"/>
              <a:cs typeface="+mn-lt"/>
            </a:endParaRPr>
          </a:p>
        </p:txBody>
      </p:sp>
      <p:sp>
        <p:nvSpPr>
          <p:cNvPr id="5" name="Date Placeholder 4">
            <a:extLst>
              <a:ext uri="{FF2B5EF4-FFF2-40B4-BE49-F238E27FC236}">
                <a16:creationId xmlns:a16="http://schemas.microsoft.com/office/drawing/2014/main" id="{C8F8A9FC-8B6E-4475-8413-F926B997CE71}"/>
              </a:ext>
            </a:extLst>
          </p:cNvPr>
          <p:cNvSpPr>
            <a:spLocks noGrp="1"/>
          </p:cNvSpPr>
          <p:nvPr>
            <p:ph type="dt" idx="10"/>
          </p:nvPr>
        </p:nvSpPr>
        <p:spPr/>
        <p:txBody>
          <a:bodyPr/>
          <a:lstStyle/>
          <a:p>
            <a:fld id="{D5783DB3-01DF-46BE-88A8-E6F19E4C7463}" type="datetime1">
              <a:rPr lang="mn-MN" smtClean="0"/>
              <a:t>2026.04.07</a:t>
            </a:fld>
            <a:endParaRPr lang="mn-MN"/>
          </a:p>
        </p:txBody>
      </p:sp>
      <p:sp>
        <p:nvSpPr>
          <p:cNvPr id="6" name="Slide Number Placeholder 5">
            <a:extLst>
              <a:ext uri="{FF2B5EF4-FFF2-40B4-BE49-F238E27FC236}">
                <a16:creationId xmlns:a16="http://schemas.microsoft.com/office/drawing/2014/main" id="{BD95C063-BF33-40D2-8051-71A28058734C}"/>
              </a:ext>
            </a:extLst>
          </p:cNvPr>
          <p:cNvSpPr>
            <a:spLocks noGrp="1"/>
          </p:cNvSpPr>
          <p:nvPr>
            <p:ph type="sldNum" idx="12"/>
          </p:nvPr>
        </p:nvSpPr>
        <p:spPr/>
        <p:txBody>
          <a:bodyPr/>
          <a:lstStyle/>
          <a:p>
            <a:fld id="{00000000-1234-1234-1234-123412341234}" type="slidenum">
              <a:rPr lang="mn" smtClean="0"/>
              <a:pPr/>
              <a:t>2</a:t>
            </a:fld>
            <a:endParaRPr lang="mn"/>
          </a:p>
        </p:txBody>
      </p:sp>
    </p:spTree>
    <p:extLst>
      <p:ext uri="{BB962C8B-B14F-4D97-AF65-F5344CB8AC3E}">
        <p14:creationId xmlns:p14="http://schemas.microsoft.com/office/powerpoint/2010/main" val="1558780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en-US" sz="1600" b="1" cap="all" dirty="0" err="1">
                <a:sym typeface="Montserrat SemiBold"/>
              </a:rPr>
              <a:t>Хэрэглэгчийн</a:t>
            </a:r>
            <a:r>
              <a:rPr lang="en-US" sz="1600" b="1" cap="all" dirty="0">
                <a:sym typeface="Montserrat SemiBold"/>
              </a:rPr>
              <a:t> </a:t>
            </a:r>
            <a:r>
              <a:rPr lang="en-US" sz="1600" b="1" cap="all" dirty="0" err="1">
                <a:sym typeface="Montserrat SemiBold"/>
              </a:rPr>
              <a:t>хэрэгцээ</a:t>
            </a:r>
            <a:r>
              <a:rPr lang="en-US" sz="1600" b="1" cap="all" dirty="0">
                <a:sym typeface="Montserrat SemiBold"/>
              </a:rPr>
              <a:t>, </a:t>
            </a:r>
            <a:r>
              <a:rPr lang="en-US" sz="1600" b="1" cap="all" dirty="0" err="1">
                <a:sym typeface="Montserrat SemiBold"/>
              </a:rPr>
              <a:t>шаардлага</a:t>
            </a:r>
            <a:r>
              <a:rPr lang="en-US" sz="1600" b="1" cap="all" dirty="0">
                <a:sym typeface="Montserrat SemiBold"/>
              </a:rPr>
              <a:t> </a:t>
            </a:r>
            <a:r>
              <a:rPr lang="en-US" sz="1600" b="1" cap="all" dirty="0" err="1">
                <a:sym typeface="Montserrat SemiBold"/>
              </a:rPr>
              <a:t>тодорхойлох</a:t>
            </a:r>
            <a:endParaRPr lang="en-US" b="1" dirty="0" err="1"/>
          </a:p>
        </p:txBody>
      </p:sp>
      <p:sp>
        <p:nvSpPr>
          <p:cNvPr id="5" name="Date Placeholder 4">
            <a:extLst>
              <a:ext uri="{FF2B5EF4-FFF2-40B4-BE49-F238E27FC236}">
                <a16:creationId xmlns:a16="http://schemas.microsoft.com/office/drawing/2014/main" id="{9E37FB82-DA6F-4CA4-901A-AD84B4FE826F}"/>
              </a:ext>
            </a:extLst>
          </p:cNvPr>
          <p:cNvSpPr>
            <a:spLocks noGrp="1"/>
          </p:cNvSpPr>
          <p:nvPr>
            <p:ph type="dt" idx="10"/>
          </p:nvPr>
        </p:nvSpPr>
        <p:spPr/>
        <p:txBody>
          <a:bodyPr/>
          <a:lstStyle/>
          <a:p>
            <a:fld id="{3631BA11-B873-43E1-B5E5-099F01C0B2AF}" type="datetime1">
              <a:rPr lang="mn-MN" smtClean="0"/>
              <a:t>2026.04.07</a:t>
            </a:fld>
            <a:endParaRPr lang="mn-MN"/>
          </a:p>
        </p:txBody>
      </p:sp>
      <p:sp>
        <p:nvSpPr>
          <p:cNvPr id="6" name="Slide Number Placeholder 5">
            <a:extLst>
              <a:ext uri="{FF2B5EF4-FFF2-40B4-BE49-F238E27FC236}">
                <a16:creationId xmlns:a16="http://schemas.microsoft.com/office/drawing/2014/main" id="{8F11E433-E459-4D20-8C8C-B99839EED0AE}"/>
              </a:ext>
            </a:extLst>
          </p:cNvPr>
          <p:cNvSpPr>
            <a:spLocks noGrp="1"/>
          </p:cNvSpPr>
          <p:nvPr>
            <p:ph type="sldNum" idx="12"/>
          </p:nvPr>
        </p:nvSpPr>
        <p:spPr/>
        <p:txBody>
          <a:bodyPr/>
          <a:lstStyle/>
          <a:p>
            <a:fld id="{00000000-1234-1234-1234-123412341234}" type="slidenum">
              <a:rPr lang="mn" smtClean="0"/>
              <a:pPr/>
              <a:t>3</a:t>
            </a:fld>
            <a:endParaRPr lang="mn"/>
          </a:p>
        </p:txBody>
      </p:sp>
      <p:sp>
        <p:nvSpPr>
          <p:cNvPr id="2" name="TextBox 1">
            <a:extLst>
              <a:ext uri="{FF2B5EF4-FFF2-40B4-BE49-F238E27FC236}">
                <a16:creationId xmlns:a16="http://schemas.microsoft.com/office/drawing/2014/main" id="{DE26DD45-B10A-A84E-23EE-E34448871DC6}"/>
              </a:ext>
            </a:extLst>
          </p:cNvPr>
          <p:cNvSpPr txBox="1"/>
          <p:nvPr/>
        </p:nvSpPr>
        <p:spPr>
          <a:xfrm>
            <a:off x="928076" y="1309077"/>
            <a:ext cx="1059961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err="1">
                <a:solidFill>
                  <a:srgbClr val="000000"/>
                </a:solidFill>
                <a:ea typeface="+mn-lt"/>
                <a:cs typeface="+mn-lt"/>
              </a:rPr>
              <a:t>Судалгааны</a:t>
            </a:r>
            <a:r>
              <a:rPr lang="en-US" sz="1600" b="1" dirty="0">
                <a:solidFill>
                  <a:srgbClr val="000000"/>
                </a:solidFill>
                <a:ea typeface="+mn-lt"/>
                <a:cs typeface="+mn-lt"/>
              </a:rPr>
              <a:t> </a:t>
            </a:r>
            <a:r>
              <a:rPr lang="en-US" sz="1600" b="1" dirty="0" err="1">
                <a:solidFill>
                  <a:srgbClr val="000000"/>
                </a:solidFill>
                <a:ea typeface="+mn-lt"/>
                <a:cs typeface="+mn-lt"/>
              </a:rPr>
              <a:t>зорилго</a:t>
            </a:r>
            <a:r>
              <a:rPr lang="en-US" sz="1600" b="1" dirty="0">
                <a:solidFill>
                  <a:srgbClr val="000000"/>
                </a:solidFill>
                <a:ea typeface="+mn-lt"/>
                <a:cs typeface="+mn-lt"/>
              </a:rPr>
              <a:t>:</a:t>
            </a:r>
            <a:r>
              <a:rPr lang="en-US" sz="1600" dirty="0">
                <a:solidFill>
                  <a:srgbClr val="000000"/>
                </a:solidFill>
                <a:ea typeface="+mn-lt"/>
                <a:cs typeface="+mn-lt"/>
              </a:rPr>
              <a:t> </a:t>
            </a:r>
            <a:endParaRPr lang="en-US" dirty="0">
              <a:solidFill>
                <a:srgbClr val="000000"/>
              </a:solidFill>
              <a:ea typeface="+mn-lt"/>
              <a:cs typeface="+mn-lt"/>
            </a:endParaRPr>
          </a:p>
          <a:p>
            <a:r>
              <a:rPr lang="en-US" sz="1600" dirty="0" err="1">
                <a:solidFill>
                  <a:srgbClr val="000000"/>
                </a:solidFill>
                <a:ea typeface="+mn-lt"/>
                <a:cs typeface="+mn-lt"/>
              </a:rPr>
              <a:t>Эцэг</a:t>
            </a:r>
            <a:r>
              <a:rPr lang="en-US" sz="1600" b="0" i="0" u="none" strike="noStrike" baseline="0" dirty="0">
                <a:solidFill>
                  <a:srgbClr val="000000"/>
                </a:solidFill>
                <a:ea typeface="+mn-lt"/>
                <a:cs typeface="+mn-lt"/>
              </a:rPr>
              <a:t>, </a:t>
            </a:r>
            <a:r>
              <a:rPr lang="en-US" sz="1600" dirty="0" err="1">
                <a:solidFill>
                  <a:srgbClr val="000000"/>
                </a:solidFill>
                <a:ea typeface="+mn-lt"/>
                <a:cs typeface="+mn-lt"/>
              </a:rPr>
              <a:t>эх</a:t>
            </a:r>
            <a:r>
              <a:rPr lang="en-US" sz="1600" dirty="0">
                <a:solidFill>
                  <a:srgbClr val="000000"/>
                </a:solidFill>
                <a:ea typeface="+mn-lt"/>
                <a:cs typeface="+mn-lt"/>
              </a:rPr>
              <a:t> </a:t>
            </a:r>
            <a:r>
              <a:rPr lang="en-US" sz="1600" b="0" i="0" u="none" strike="noStrike" baseline="0" dirty="0" err="1">
                <a:solidFill>
                  <a:srgbClr val="000000"/>
                </a:solidFill>
                <a:ea typeface="+mn-lt"/>
                <a:cs typeface="+mn-lt"/>
              </a:rPr>
              <a:t>болон</a:t>
            </a:r>
            <a:r>
              <a:rPr lang="en-US" sz="1600" b="0" i="0" u="none" strike="noStrike" baseline="0" dirty="0">
                <a:solidFill>
                  <a:srgbClr val="000000"/>
                </a:solidFill>
                <a:ea typeface="+mn-lt"/>
                <a:cs typeface="+mn-lt"/>
              </a:rPr>
              <a:t> </a:t>
            </a:r>
            <a:r>
              <a:rPr lang="en-US" sz="1600" dirty="0" err="1">
                <a:solidFill>
                  <a:srgbClr val="000000"/>
                </a:solidFill>
                <a:ea typeface="+mn-lt"/>
                <a:cs typeface="+mn-lt"/>
              </a:rPr>
              <a:t>хүүхэд</a:t>
            </a:r>
            <a:r>
              <a:rPr lang="en-US" sz="1600" dirty="0">
                <a:solidFill>
                  <a:srgbClr val="000000"/>
                </a:solidFill>
                <a:ea typeface="+mn-lt"/>
                <a:cs typeface="+mn-lt"/>
              </a:rPr>
              <a:t> </a:t>
            </a:r>
            <a:r>
              <a:rPr lang="en-US" sz="1600" dirty="0" err="1">
                <a:solidFill>
                  <a:srgbClr val="000000"/>
                </a:solidFill>
                <a:ea typeface="+mn-lt"/>
                <a:cs typeface="+mn-lt"/>
              </a:rPr>
              <a:t>хоорондын</a:t>
            </a:r>
            <a:r>
              <a:rPr lang="en-US" sz="1600" dirty="0">
                <a:solidFill>
                  <a:srgbClr val="000000"/>
                </a:solidFill>
                <a:ea typeface="+mn-lt"/>
                <a:cs typeface="+mn-lt"/>
              </a:rPr>
              <a:t> </a:t>
            </a:r>
            <a:r>
              <a:rPr lang="en-US" sz="1600" dirty="0" err="1">
                <a:solidFill>
                  <a:srgbClr val="000000"/>
                </a:solidFill>
                <a:ea typeface="+mn-lt"/>
                <a:cs typeface="+mn-lt"/>
              </a:rPr>
              <a:t>хамгийн</a:t>
            </a:r>
            <a:r>
              <a:rPr lang="en-US" sz="1600" dirty="0">
                <a:solidFill>
                  <a:srgbClr val="000000"/>
                </a:solidFill>
                <a:ea typeface="+mn-lt"/>
                <a:cs typeface="+mn-lt"/>
              </a:rPr>
              <a:t> </a:t>
            </a:r>
            <a:r>
              <a:rPr lang="en-US" sz="1600" dirty="0" err="1">
                <a:solidFill>
                  <a:srgbClr val="000000"/>
                </a:solidFill>
                <a:ea typeface="+mn-lt"/>
                <a:cs typeface="+mn-lt"/>
              </a:rPr>
              <a:t>их</a:t>
            </a:r>
            <a:r>
              <a:rPr lang="en-US" sz="1600" dirty="0">
                <a:solidFill>
                  <a:srgbClr val="000000"/>
                </a:solidFill>
                <a:ea typeface="+mn-lt"/>
                <a:cs typeface="+mn-lt"/>
              </a:rPr>
              <a:t> </a:t>
            </a:r>
            <a:r>
              <a:rPr lang="en-US" sz="1600" dirty="0" err="1">
                <a:solidFill>
                  <a:srgbClr val="000000"/>
                </a:solidFill>
                <a:ea typeface="+mn-lt"/>
                <a:cs typeface="+mn-lt"/>
              </a:rPr>
              <a:t>зөрчилдөөнтэй</a:t>
            </a:r>
            <a:r>
              <a:rPr lang="en-US" sz="1600" dirty="0">
                <a:solidFill>
                  <a:srgbClr val="000000"/>
                </a:solidFill>
                <a:ea typeface="+mn-lt"/>
                <a:cs typeface="+mn-lt"/>
              </a:rPr>
              <a:t> </a:t>
            </a:r>
            <a:r>
              <a:rPr lang="en-US" sz="1600" dirty="0" err="1">
                <a:solidFill>
                  <a:srgbClr val="000000"/>
                </a:solidFill>
                <a:ea typeface="+mn-lt"/>
                <a:cs typeface="+mn-lt"/>
              </a:rPr>
              <a:t>асуудлыг</a:t>
            </a:r>
            <a:r>
              <a:rPr lang="en-US" sz="1600" dirty="0">
                <a:solidFill>
                  <a:srgbClr val="000000"/>
                </a:solidFill>
                <a:ea typeface="+mn-lt"/>
                <a:cs typeface="+mn-lt"/>
              </a:rPr>
              <a:t> </a:t>
            </a:r>
            <a:r>
              <a:rPr lang="en-US" sz="1600" dirty="0" err="1">
                <a:solidFill>
                  <a:srgbClr val="000000"/>
                </a:solidFill>
                <a:ea typeface="+mn-lt"/>
                <a:cs typeface="+mn-lt"/>
              </a:rPr>
              <a:t>тодорхойлж</a:t>
            </a:r>
            <a:r>
              <a:rPr lang="en-US" sz="1600" b="0" i="0" u="none" strike="noStrike" baseline="0" dirty="0">
                <a:solidFill>
                  <a:srgbClr val="000000"/>
                </a:solidFill>
                <a:ea typeface="+mn-lt"/>
                <a:cs typeface="+mn-lt"/>
              </a:rPr>
              <a:t>, </a:t>
            </a:r>
            <a:r>
              <a:rPr lang="en-US" sz="1600" dirty="0" err="1">
                <a:solidFill>
                  <a:srgbClr val="000000"/>
                </a:solidFill>
                <a:ea typeface="+mn-lt"/>
                <a:cs typeface="+mn-lt"/>
              </a:rPr>
              <a:t>хэрэглэгчдийн</a:t>
            </a:r>
            <a:r>
              <a:rPr lang="en-US" sz="1600" dirty="0">
                <a:solidFill>
                  <a:srgbClr val="000000"/>
                </a:solidFill>
                <a:ea typeface="+mn-lt"/>
                <a:cs typeface="+mn-lt"/>
              </a:rPr>
              <a:t> </a:t>
            </a:r>
            <a:r>
              <a:rPr lang="en-US" sz="1600" dirty="0" err="1">
                <a:solidFill>
                  <a:srgbClr val="000000"/>
                </a:solidFill>
                <a:ea typeface="+mn-lt"/>
                <a:cs typeface="+mn-lt"/>
              </a:rPr>
              <a:t>хүсэл</a:t>
            </a:r>
            <a:r>
              <a:rPr lang="en-US" sz="1600" b="0" i="0" u="none" strike="noStrike" baseline="0" dirty="0">
                <a:solidFill>
                  <a:srgbClr val="000000"/>
                </a:solidFill>
                <a:ea typeface="+mn-lt"/>
                <a:cs typeface="+mn-lt"/>
              </a:rPr>
              <a:t>, </a:t>
            </a:r>
            <a:r>
              <a:rPr lang="en-US" sz="1600" dirty="0" err="1">
                <a:solidFill>
                  <a:srgbClr val="000000"/>
                </a:solidFill>
                <a:ea typeface="+mn-lt"/>
                <a:cs typeface="+mn-lt"/>
              </a:rPr>
              <a:t>хэрэгцээнд</a:t>
            </a:r>
            <a:r>
              <a:rPr lang="en-US" sz="1600" dirty="0">
                <a:solidFill>
                  <a:srgbClr val="000000"/>
                </a:solidFill>
                <a:ea typeface="+mn-lt"/>
                <a:cs typeface="+mn-lt"/>
              </a:rPr>
              <a:t> </a:t>
            </a:r>
            <a:r>
              <a:rPr lang="en-US" sz="1600" dirty="0" err="1">
                <a:solidFill>
                  <a:srgbClr val="000000"/>
                </a:solidFill>
                <a:ea typeface="+mn-lt"/>
                <a:cs typeface="+mn-lt"/>
              </a:rPr>
              <a:t>нийцсэн</a:t>
            </a:r>
            <a:r>
              <a:rPr lang="en-US" sz="1600" dirty="0">
                <a:solidFill>
                  <a:srgbClr val="000000"/>
                </a:solidFill>
                <a:ea typeface="+mn-lt"/>
                <a:cs typeface="+mn-lt"/>
              </a:rPr>
              <a:t> </a:t>
            </a:r>
            <a:r>
              <a:rPr lang="en-US" sz="1600" dirty="0" err="1">
                <a:solidFill>
                  <a:srgbClr val="000000"/>
                </a:solidFill>
                <a:ea typeface="+mn-lt"/>
                <a:cs typeface="+mn-lt"/>
              </a:rPr>
              <a:t>технологийн</a:t>
            </a:r>
            <a:r>
              <a:rPr lang="en-US" sz="1600" dirty="0">
                <a:solidFill>
                  <a:srgbClr val="000000"/>
                </a:solidFill>
                <a:ea typeface="+mn-lt"/>
                <a:cs typeface="+mn-lt"/>
              </a:rPr>
              <a:t> </a:t>
            </a:r>
            <a:r>
              <a:rPr lang="en-US" sz="1600" dirty="0" err="1">
                <a:solidFill>
                  <a:srgbClr val="000000"/>
                </a:solidFill>
                <a:ea typeface="+mn-lt"/>
                <a:cs typeface="+mn-lt"/>
              </a:rPr>
              <a:t>шийдлийг</a:t>
            </a:r>
            <a:r>
              <a:rPr lang="en-US" sz="1600" dirty="0">
                <a:solidFill>
                  <a:srgbClr val="000000"/>
                </a:solidFill>
                <a:ea typeface="+mn-lt"/>
                <a:cs typeface="+mn-lt"/>
              </a:rPr>
              <a:t> </a:t>
            </a:r>
            <a:r>
              <a:rPr lang="en-US" sz="1600" dirty="0" err="1">
                <a:solidFill>
                  <a:srgbClr val="000000"/>
                </a:solidFill>
                <a:ea typeface="+mn-lt"/>
                <a:cs typeface="+mn-lt"/>
              </a:rPr>
              <a:t>тодорхойлох</a:t>
            </a:r>
            <a:r>
              <a:rPr lang="en-US" sz="1600" dirty="0">
                <a:solidFill>
                  <a:srgbClr val="000000"/>
                </a:solidFill>
                <a:ea typeface="+mn-lt"/>
                <a:cs typeface="+mn-lt"/>
              </a:rPr>
              <a:t> </a:t>
            </a:r>
            <a:r>
              <a:rPr lang="en-US" sz="1600" dirty="0" err="1">
                <a:solidFill>
                  <a:srgbClr val="000000"/>
                </a:solidFill>
                <a:ea typeface="+mn-lt"/>
                <a:cs typeface="+mn-lt"/>
              </a:rPr>
              <a:t>зорилгоор</a:t>
            </a:r>
            <a:r>
              <a:rPr lang="en-US" sz="1600" dirty="0">
                <a:solidFill>
                  <a:srgbClr val="000000"/>
                </a:solidFill>
                <a:ea typeface="+mn-lt"/>
                <a:cs typeface="+mn-lt"/>
              </a:rPr>
              <a:t> </a:t>
            </a:r>
            <a:r>
              <a:rPr lang="en-US" sz="1600" dirty="0" err="1">
                <a:solidFill>
                  <a:srgbClr val="000000"/>
                </a:solidFill>
                <a:ea typeface="+mn-lt"/>
                <a:cs typeface="+mn-lt"/>
              </a:rPr>
              <a:t>судалгааг</a:t>
            </a:r>
            <a:r>
              <a:rPr lang="en-US" sz="1600" dirty="0">
                <a:solidFill>
                  <a:srgbClr val="000000"/>
                </a:solidFill>
                <a:ea typeface="+mn-lt"/>
                <a:cs typeface="+mn-lt"/>
              </a:rPr>
              <a:t> </a:t>
            </a:r>
            <a:r>
              <a:rPr lang="en-US" sz="1600" dirty="0" err="1">
                <a:solidFill>
                  <a:srgbClr val="000000"/>
                </a:solidFill>
                <a:ea typeface="+mn-lt"/>
                <a:cs typeface="+mn-lt"/>
              </a:rPr>
              <a:t>хийсэн</a:t>
            </a:r>
            <a:r>
              <a:rPr lang="en-US" sz="1600" dirty="0">
                <a:solidFill>
                  <a:srgbClr val="000000"/>
                </a:solidFill>
                <a:ea typeface="+mn-lt"/>
                <a:cs typeface="+mn-lt"/>
              </a:rPr>
              <a:t> </a:t>
            </a:r>
            <a:r>
              <a:rPr lang="en-US" sz="1600" dirty="0" err="1">
                <a:solidFill>
                  <a:srgbClr val="000000"/>
                </a:solidFill>
                <a:ea typeface="+mn-lt"/>
                <a:cs typeface="+mn-lt"/>
              </a:rPr>
              <a:t>болно</a:t>
            </a:r>
            <a:r>
              <a:rPr lang="en-US" sz="1600" b="0" i="0" u="none" strike="noStrike" baseline="0" dirty="0">
                <a:solidFill>
                  <a:srgbClr val="000000"/>
                </a:solidFill>
                <a:ea typeface="+mn-lt"/>
                <a:cs typeface="+mn-lt"/>
              </a:rPr>
              <a:t>.</a:t>
            </a:r>
            <a:endParaRPr lang="en-US">
              <a:ea typeface="+mn-lt"/>
              <a:cs typeface="+mn-lt"/>
            </a:endParaRPr>
          </a:p>
        </p:txBody>
      </p:sp>
      <p:sp>
        <p:nvSpPr>
          <p:cNvPr id="3" name="TextBox 2">
            <a:extLst>
              <a:ext uri="{FF2B5EF4-FFF2-40B4-BE49-F238E27FC236}">
                <a16:creationId xmlns:a16="http://schemas.microsoft.com/office/drawing/2014/main" id="{B22F6918-6706-1EAE-2C0A-897BA88FBA05}"/>
              </a:ext>
            </a:extLst>
          </p:cNvPr>
          <p:cNvSpPr txBox="1"/>
          <p:nvPr/>
        </p:nvSpPr>
        <p:spPr>
          <a:xfrm>
            <a:off x="928077" y="2471616"/>
            <a:ext cx="4738077" cy="27674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725"/>
              </a:lnSpc>
            </a:pPr>
            <a:r>
              <a:rPr lang="en-US" sz="1600" b="1" i="0" u="none" strike="noStrike" baseline="0" dirty="0" err="1">
                <a:solidFill>
                  <a:srgbClr val="000000"/>
                </a:solidFill>
                <a:latin typeface="Arial"/>
                <a:ea typeface="Segoe UI"/>
                <a:cs typeface="Segoe UI"/>
              </a:rPr>
              <a:t>Судалгааны</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зорилтот</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бүлэг</a:t>
            </a:r>
            <a:r>
              <a:rPr lang="en-US" sz="1600" b="1" i="0" u="none" strike="noStrike" baseline="0" dirty="0">
                <a:solidFill>
                  <a:srgbClr val="000000"/>
                </a:solidFill>
                <a:latin typeface="Arial"/>
                <a:ea typeface="Segoe UI"/>
                <a:cs typeface="Segoe UI"/>
              </a:rPr>
              <a:t>: </a:t>
            </a:r>
            <a:endParaRPr lang="en-US" b="1" dirty="0"/>
          </a:p>
          <a:p>
            <a:pPr marL="285750" indent="-285750">
              <a:lnSpc>
                <a:spcPts val="1725"/>
              </a:lnSpc>
              <a:buFont typeface="Arial"/>
              <a:buChar char="•"/>
            </a:pPr>
            <a:r>
              <a:rPr lang="en-US" sz="1600" b="0" i="0" u="none" strike="noStrike" baseline="0" dirty="0">
                <a:solidFill>
                  <a:srgbClr val="000000"/>
                </a:solidFill>
                <a:latin typeface="Arial"/>
                <a:ea typeface="Segoe UI"/>
                <a:cs typeface="Segoe UI"/>
              </a:rPr>
              <a:t>18 </a:t>
            </a:r>
            <a:r>
              <a:rPr lang="en-US" sz="1600" b="0" i="0" u="none" strike="noStrike" baseline="0" err="1">
                <a:solidFill>
                  <a:srgbClr val="000000"/>
                </a:solidFill>
                <a:latin typeface="Arial"/>
                <a:ea typeface="Segoe UI"/>
                <a:cs typeface="Segoe UI"/>
              </a:rPr>
              <a:t>хүртэлх</a:t>
            </a:r>
            <a:r>
              <a:rPr lang="en-US" sz="1600" b="0" i="0" u="none" strike="noStrike" baseline="0" dirty="0">
                <a:solidFill>
                  <a:srgbClr val="000000"/>
                </a:solidFill>
                <a:latin typeface="Arial"/>
                <a:ea typeface="Segoe UI"/>
                <a:cs typeface="Segoe UI"/>
              </a:rPr>
              <a:t> </a:t>
            </a:r>
            <a:r>
              <a:rPr lang="en-US" sz="1600" b="0" i="0" u="none" strike="noStrike" baseline="0" err="1">
                <a:solidFill>
                  <a:srgbClr val="000000"/>
                </a:solidFill>
                <a:latin typeface="Arial"/>
                <a:ea typeface="Segoe UI"/>
                <a:cs typeface="Segoe UI"/>
              </a:rPr>
              <a:t>насны</a:t>
            </a:r>
            <a:r>
              <a:rPr lang="en-US" sz="1600" b="0" i="0" u="none" strike="noStrike" baseline="0" dirty="0">
                <a:solidFill>
                  <a:srgbClr val="000000"/>
                </a:solidFill>
                <a:latin typeface="Arial"/>
                <a:ea typeface="Segoe UI"/>
                <a:cs typeface="Segoe UI"/>
              </a:rPr>
              <a:t> </a:t>
            </a:r>
            <a:r>
              <a:rPr lang="en-US" sz="1600" b="0" i="0" u="none" strike="noStrike" baseline="0" err="1">
                <a:solidFill>
                  <a:srgbClr val="000000"/>
                </a:solidFill>
                <a:latin typeface="Arial"/>
                <a:ea typeface="Segoe UI"/>
                <a:cs typeface="Segoe UI"/>
              </a:rPr>
              <a:t>хүүхэдтэй</a:t>
            </a:r>
            <a:r>
              <a:rPr lang="en-US" sz="1600" b="0" i="0" u="none" strike="noStrike" baseline="0" dirty="0">
                <a:solidFill>
                  <a:srgbClr val="000000"/>
                </a:solidFill>
                <a:latin typeface="Arial"/>
                <a:ea typeface="Segoe UI"/>
                <a:cs typeface="Segoe UI"/>
              </a:rPr>
              <a:t> </a:t>
            </a:r>
            <a:r>
              <a:rPr lang="en-US" sz="1600" b="0" i="0" u="none" strike="noStrike" baseline="0" err="1">
                <a:solidFill>
                  <a:srgbClr val="000000"/>
                </a:solidFill>
                <a:latin typeface="Arial"/>
                <a:ea typeface="Segoe UI"/>
                <a:cs typeface="Segoe UI"/>
              </a:rPr>
              <a:t>эцэг</a:t>
            </a:r>
            <a:r>
              <a:rPr lang="en-US" sz="1600" b="0" i="0" u="none" strike="noStrike" baseline="0" dirty="0">
                <a:solidFill>
                  <a:srgbClr val="000000"/>
                </a:solidFill>
                <a:latin typeface="Arial"/>
                <a:ea typeface="Segoe UI"/>
                <a:cs typeface="Segoe UI"/>
              </a:rPr>
              <a:t>, </a:t>
            </a:r>
            <a:r>
              <a:rPr lang="en-US" sz="1600" b="0" i="0" u="none" strike="noStrike" baseline="0" err="1">
                <a:solidFill>
                  <a:srgbClr val="000000"/>
                </a:solidFill>
                <a:latin typeface="Arial"/>
                <a:ea typeface="Segoe UI"/>
                <a:cs typeface="Segoe UI"/>
              </a:rPr>
              <a:t>эхчүүд</a:t>
            </a:r>
            <a:r>
              <a:rPr lang="en-US" sz="1600" b="0" i="0" u="none" strike="noStrike" baseline="0" dirty="0">
                <a:solidFill>
                  <a:srgbClr val="000000"/>
                </a:solidFill>
                <a:latin typeface="Arial"/>
                <a:ea typeface="Segoe UI"/>
                <a:cs typeface="Segoe UI"/>
              </a:rPr>
              <a:t> </a:t>
            </a:r>
            <a:endParaRPr lang="mn-MN">
              <a:solidFill>
                <a:srgbClr val="000000"/>
              </a:solidFill>
              <a:latin typeface="Arial"/>
              <a:ea typeface="Segoe UI"/>
              <a:cs typeface="Arial"/>
            </a:endParaRPr>
          </a:p>
          <a:p>
            <a:pPr marL="285750" indent="-285750">
              <a:lnSpc>
                <a:spcPts val="1725"/>
              </a:lnSpc>
              <a:buFont typeface="Arial"/>
              <a:buChar char="•"/>
            </a:pPr>
            <a:r>
              <a:rPr lang="en-US" sz="1600" dirty="0">
                <a:solidFill>
                  <a:srgbClr val="000000"/>
                </a:solidFill>
                <a:latin typeface="Arial"/>
                <a:ea typeface="Segoe UI"/>
                <a:cs typeface="Segoe UI"/>
              </a:rPr>
              <a:t>18</a:t>
            </a:r>
            <a:r>
              <a:rPr lang="mn-MN" sz="1600" b="0" i="0" dirty="0">
                <a:solidFill>
                  <a:srgbClr val="000000"/>
                </a:solidFill>
                <a:latin typeface="Arial"/>
                <a:ea typeface="Segoe UI"/>
                <a:cs typeface="Segoe UI"/>
              </a:rPr>
              <a:t>​</a:t>
            </a:r>
            <a:r>
              <a:rPr lang="mn-MN" sz="160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хүртэлх</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насны</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хүүхдүүд</a:t>
            </a:r>
            <a:r>
              <a:rPr lang="mn-MN" sz="1600" b="0" i="0" dirty="0">
                <a:solidFill>
                  <a:srgbClr val="000000"/>
                </a:solidFill>
                <a:latin typeface="Arial"/>
                <a:ea typeface="Segoe UI"/>
                <a:cs typeface="Segoe UI"/>
              </a:rPr>
              <a:t>​</a:t>
            </a:r>
            <a:endParaRPr lang="mn-MN" b="0" i="0" dirty="0">
              <a:solidFill>
                <a:srgbClr val="000000"/>
              </a:solidFill>
              <a:latin typeface="Arial"/>
              <a:ea typeface="Segoe UI"/>
              <a:cs typeface="Arial"/>
            </a:endParaRPr>
          </a:p>
          <a:p>
            <a:pPr marL="285750" indent="-285750">
              <a:lnSpc>
                <a:spcPts val="1725"/>
              </a:lnSpc>
              <a:buFont typeface="Arial"/>
              <a:buChar char="•"/>
            </a:pPr>
            <a:endParaRPr lang="mn-MN" sz="1600" dirty="0">
              <a:solidFill>
                <a:srgbClr val="000000"/>
              </a:solidFill>
              <a:latin typeface="Arial"/>
              <a:ea typeface="Segoe UI"/>
              <a:cs typeface="Segoe UI"/>
            </a:endParaRPr>
          </a:p>
          <a:p>
            <a:pPr>
              <a:lnSpc>
                <a:spcPts val="1725"/>
              </a:lnSpc>
            </a:pPr>
            <a:r>
              <a:rPr lang="en-US" sz="1600" b="1" i="0" u="none" strike="noStrike" baseline="0" dirty="0" err="1">
                <a:solidFill>
                  <a:srgbClr val="000000"/>
                </a:solidFill>
                <a:latin typeface="Arial"/>
                <a:ea typeface="Segoe UI"/>
                <a:cs typeface="Segoe UI"/>
              </a:rPr>
              <a:t>Судалгааны</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арга</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зүй</a:t>
            </a:r>
            <a:r>
              <a:rPr lang="en-US" sz="1600" b="1" i="0" u="none" strike="noStrike" baseline="0" dirty="0">
                <a:solidFill>
                  <a:srgbClr val="000000"/>
                </a:solidFill>
                <a:latin typeface="Arial"/>
                <a:ea typeface="Segoe UI"/>
                <a:cs typeface="Segoe UI"/>
              </a:rPr>
              <a:t>: </a:t>
            </a:r>
            <a:endParaRPr lang="en-US" sz="1600" b="1" dirty="0">
              <a:solidFill>
                <a:srgbClr val="000000"/>
              </a:solidFill>
              <a:latin typeface="Arial"/>
              <a:ea typeface="Segoe UI"/>
              <a:cs typeface="Segoe UI"/>
            </a:endParaRPr>
          </a:p>
          <a:p>
            <a:pPr>
              <a:lnSpc>
                <a:spcPts val="1725"/>
              </a:lnSpc>
            </a:pPr>
            <a:r>
              <a:rPr lang="en-US" sz="160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Түүврийн</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арга</a:t>
            </a:r>
            <a:r>
              <a:rPr lang="en-US" sz="1600" b="0" i="0" u="none" strike="noStrike" baseline="0" dirty="0">
                <a:solidFill>
                  <a:srgbClr val="000000"/>
                </a:solidFill>
                <a:latin typeface="Arial"/>
                <a:ea typeface="Segoe UI"/>
                <a:cs typeface="Segoe UI"/>
              </a:rPr>
              <a:t>, </a:t>
            </a:r>
            <a:endParaRPr lang="mn-MN" dirty="0">
              <a:solidFill>
                <a:srgbClr val="000000"/>
              </a:solidFill>
              <a:latin typeface="Arial"/>
              <a:ea typeface="Segoe UI"/>
              <a:cs typeface="Arial"/>
            </a:endParaRPr>
          </a:p>
          <a:p>
            <a:pPr>
              <a:lnSpc>
                <a:spcPts val="1725"/>
              </a:lnSpc>
            </a:pPr>
            <a:r>
              <a:rPr lang="en-US" sz="160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Тестийн</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арга</a:t>
            </a:r>
            <a:r>
              <a:rPr lang="mn-MN" sz="1600" b="0" i="0" dirty="0">
                <a:solidFill>
                  <a:srgbClr val="000000"/>
                </a:solidFill>
                <a:latin typeface="Arial"/>
                <a:ea typeface="Segoe UI"/>
                <a:cs typeface="Segoe UI"/>
              </a:rPr>
              <a:t>​</a:t>
            </a:r>
            <a:endParaRPr lang="mn-MN">
              <a:cs typeface="Arial"/>
            </a:endParaRPr>
          </a:p>
          <a:p>
            <a:pPr>
              <a:lnSpc>
                <a:spcPts val="1725"/>
              </a:lnSpc>
            </a:pPr>
            <a:endParaRPr lang="mn-MN" sz="1600" dirty="0">
              <a:solidFill>
                <a:srgbClr val="000000"/>
              </a:solidFill>
              <a:latin typeface="Arial"/>
              <a:ea typeface="Segoe UI"/>
              <a:cs typeface="Segoe UI"/>
            </a:endParaRPr>
          </a:p>
          <a:p>
            <a:pPr>
              <a:lnSpc>
                <a:spcPts val="1725"/>
              </a:lnSpc>
            </a:pPr>
            <a:r>
              <a:rPr lang="en-US" sz="1600" b="1" i="0" u="none" strike="noStrike" baseline="0" dirty="0" err="1">
                <a:solidFill>
                  <a:srgbClr val="000000"/>
                </a:solidFill>
                <a:latin typeface="Arial"/>
                <a:ea typeface="Segoe UI"/>
                <a:cs typeface="Segoe UI"/>
              </a:rPr>
              <a:t>Судалгаанд</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хамрагдсан</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хэрэглэгчдийн</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тоо</a:t>
            </a:r>
            <a:r>
              <a:rPr lang="en-US" sz="1600" b="1" i="0" u="none" strike="noStrike" baseline="0" dirty="0">
                <a:solidFill>
                  <a:srgbClr val="000000"/>
                </a:solidFill>
                <a:latin typeface="Arial"/>
                <a:ea typeface="Segoe UI"/>
                <a:cs typeface="Segoe UI"/>
              </a:rPr>
              <a:t>:</a:t>
            </a:r>
            <a:r>
              <a:rPr lang="en-US" sz="1600" b="0" i="0" u="none" strike="noStrike" baseline="0" dirty="0">
                <a:solidFill>
                  <a:srgbClr val="000000"/>
                </a:solidFill>
                <a:latin typeface="Arial"/>
                <a:ea typeface="Segoe UI"/>
                <a:cs typeface="Segoe UI"/>
              </a:rPr>
              <a:t> </a:t>
            </a:r>
            <a:endParaRPr lang="en-US" sz="1600" dirty="0">
              <a:solidFill>
                <a:srgbClr val="000000"/>
              </a:solidFill>
              <a:latin typeface="Arial"/>
              <a:ea typeface="Segoe UI"/>
              <a:cs typeface="Segoe UI"/>
            </a:endParaRPr>
          </a:p>
          <a:p>
            <a:pPr>
              <a:lnSpc>
                <a:spcPts val="1725"/>
              </a:lnSpc>
            </a:pPr>
            <a:r>
              <a:rPr lang="en-US" sz="1600" dirty="0">
                <a:solidFill>
                  <a:srgbClr val="000000"/>
                </a:solidFill>
                <a:latin typeface="Arial"/>
                <a:ea typeface="Segoe UI"/>
                <a:cs typeface="Segoe UI"/>
              </a:rPr>
              <a:t> </a:t>
            </a:r>
            <a:r>
              <a:rPr lang="en-US" sz="1600" b="0" i="0" u="none" strike="noStrike" baseline="0" dirty="0">
                <a:solidFill>
                  <a:srgbClr val="000000"/>
                </a:solidFill>
                <a:latin typeface="Arial"/>
                <a:ea typeface="Segoe UI"/>
                <a:cs typeface="Segoe UI"/>
              </a:rPr>
              <a:t>128 </a:t>
            </a:r>
            <a:r>
              <a:rPr lang="en-US" sz="1600" dirty="0" err="1">
                <a:solidFill>
                  <a:srgbClr val="000000"/>
                </a:solidFill>
                <a:latin typeface="Arial"/>
                <a:ea typeface="Segoe UI"/>
                <a:cs typeface="Segoe UI"/>
              </a:rPr>
              <a:t>хүүхэд</a:t>
            </a:r>
            <a:endParaRPr lang="en-US" sz="1600">
              <a:solidFill>
                <a:srgbClr val="000000"/>
              </a:solidFill>
              <a:latin typeface="Arial"/>
              <a:ea typeface="Segoe UI"/>
              <a:cs typeface="Segoe UI"/>
            </a:endParaRPr>
          </a:p>
          <a:p>
            <a:pPr>
              <a:lnSpc>
                <a:spcPts val="1725"/>
              </a:lnSpc>
            </a:pPr>
            <a:r>
              <a:rPr lang="en-US" sz="1600" dirty="0">
                <a:solidFill>
                  <a:srgbClr val="000000"/>
                </a:solidFill>
                <a:latin typeface="Arial"/>
                <a:ea typeface="Segoe UI"/>
                <a:cs typeface="Segoe UI"/>
              </a:rPr>
              <a:t> 47</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эцэг</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эх</a:t>
            </a:r>
            <a:endParaRPr lang="en-US" sz="1600" b="0" i="0" u="none" strike="noStrike" baseline="0" dirty="0">
              <a:solidFill>
                <a:srgbClr val="000000"/>
              </a:solidFill>
              <a:latin typeface="Arial"/>
              <a:ea typeface="Segoe UI"/>
              <a:cs typeface="Segoe UI"/>
            </a:endParaRPr>
          </a:p>
          <a:p>
            <a:pPr algn="ctr"/>
            <a:endParaRPr lang="en-US"/>
          </a:p>
        </p:txBody>
      </p:sp>
    </p:spTree>
    <p:extLst>
      <p:ext uri="{BB962C8B-B14F-4D97-AF65-F5344CB8AC3E}">
        <p14:creationId xmlns:p14="http://schemas.microsoft.com/office/powerpoint/2010/main" val="816551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42531BCB-1CA1-EEC5-44CA-AA5B555BE093}"/>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3512C318-7DC2-010F-DF7B-7AF195FB8F2C}"/>
              </a:ext>
            </a:extLst>
          </p:cNvPr>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en-US" sz="1600" b="1" cap="all" dirty="0" err="1">
                <a:sym typeface="Montserrat SemiBold"/>
              </a:rPr>
              <a:t>Хэрэглэгчийн</a:t>
            </a:r>
            <a:r>
              <a:rPr lang="en-US" sz="1600" b="1" cap="all" dirty="0">
                <a:sym typeface="Montserrat SemiBold"/>
              </a:rPr>
              <a:t> </a:t>
            </a:r>
            <a:r>
              <a:rPr lang="en-US" sz="1600" b="1" cap="all" dirty="0" err="1">
                <a:sym typeface="Montserrat SemiBold"/>
              </a:rPr>
              <a:t>хэрэгцээ</a:t>
            </a:r>
            <a:r>
              <a:rPr lang="en-US" sz="1600" b="1" cap="all" dirty="0">
                <a:sym typeface="Montserrat SemiBold"/>
              </a:rPr>
              <a:t>, </a:t>
            </a:r>
            <a:r>
              <a:rPr lang="en-US" sz="1600" b="1" cap="all" dirty="0" err="1">
                <a:sym typeface="Montserrat SemiBold"/>
              </a:rPr>
              <a:t>шаардлага</a:t>
            </a:r>
            <a:r>
              <a:rPr lang="en-US" sz="1600" b="1" cap="all" dirty="0">
                <a:sym typeface="Montserrat SemiBold"/>
              </a:rPr>
              <a:t> </a:t>
            </a:r>
            <a:r>
              <a:rPr lang="en-US" sz="1600" b="1" cap="all" dirty="0" err="1">
                <a:sym typeface="Montserrat SemiBold"/>
              </a:rPr>
              <a:t>тодорхойлох</a:t>
            </a:r>
            <a:endParaRPr lang="en-US" b="1" dirty="0" err="1"/>
          </a:p>
        </p:txBody>
      </p:sp>
      <p:sp>
        <p:nvSpPr>
          <p:cNvPr id="5" name="Date Placeholder 4">
            <a:extLst>
              <a:ext uri="{FF2B5EF4-FFF2-40B4-BE49-F238E27FC236}">
                <a16:creationId xmlns:a16="http://schemas.microsoft.com/office/drawing/2014/main" id="{00D2A264-BD46-3D69-4C23-7B1AB9A06BE5}"/>
              </a:ext>
            </a:extLst>
          </p:cNvPr>
          <p:cNvSpPr>
            <a:spLocks noGrp="1"/>
          </p:cNvSpPr>
          <p:nvPr>
            <p:ph type="dt" idx="10"/>
          </p:nvPr>
        </p:nvSpPr>
        <p:spPr/>
        <p:txBody>
          <a:bodyPr/>
          <a:lstStyle/>
          <a:p>
            <a:fld id="{3631BA11-B873-43E1-B5E5-099F01C0B2AF}" type="datetime1">
              <a:rPr lang="mn-MN" smtClean="0"/>
              <a:t>2026.04.07</a:t>
            </a:fld>
            <a:endParaRPr lang="mn-MN"/>
          </a:p>
        </p:txBody>
      </p:sp>
      <p:sp>
        <p:nvSpPr>
          <p:cNvPr id="6" name="Slide Number Placeholder 5">
            <a:extLst>
              <a:ext uri="{FF2B5EF4-FFF2-40B4-BE49-F238E27FC236}">
                <a16:creationId xmlns:a16="http://schemas.microsoft.com/office/drawing/2014/main" id="{0126B379-4371-AAD1-600F-17371643C489}"/>
              </a:ext>
            </a:extLst>
          </p:cNvPr>
          <p:cNvSpPr>
            <a:spLocks noGrp="1"/>
          </p:cNvSpPr>
          <p:nvPr>
            <p:ph type="sldNum" idx="12"/>
          </p:nvPr>
        </p:nvSpPr>
        <p:spPr/>
        <p:txBody>
          <a:bodyPr/>
          <a:lstStyle/>
          <a:p>
            <a:fld id="{00000000-1234-1234-1234-123412341234}" type="slidenum">
              <a:rPr lang="mn" smtClean="0"/>
              <a:pPr/>
              <a:t>4</a:t>
            </a:fld>
            <a:endParaRPr lang="mn"/>
          </a:p>
        </p:txBody>
      </p:sp>
      <p:sp>
        <p:nvSpPr>
          <p:cNvPr id="2" name="TextBox 1">
            <a:extLst>
              <a:ext uri="{FF2B5EF4-FFF2-40B4-BE49-F238E27FC236}">
                <a16:creationId xmlns:a16="http://schemas.microsoft.com/office/drawing/2014/main" id="{A6FD33ED-DA00-3DF2-43E8-2B79684CA6F4}"/>
              </a:ext>
            </a:extLst>
          </p:cNvPr>
          <p:cNvSpPr txBox="1"/>
          <p:nvPr/>
        </p:nvSpPr>
        <p:spPr>
          <a:xfrm>
            <a:off x="928076" y="1309077"/>
            <a:ext cx="1059961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err="1">
                <a:solidFill>
                  <a:srgbClr val="000000"/>
                </a:solidFill>
                <a:ea typeface="+mn-lt"/>
                <a:cs typeface="+mn-lt"/>
              </a:rPr>
              <a:t>Судалгааны</a:t>
            </a:r>
            <a:r>
              <a:rPr lang="en-US" sz="1600" b="1" dirty="0">
                <a:solidFill>
                  <a:srgbClr val="000000"/>
                </a:solidFill>
                <a:ea typeface="+mn-lt"/>
                <a:cs typeface="+mn-lt"/>
              </a:rPr>
              <a:t> </a:t>
            </a:r>
            <a:r>
              <a:rPr lang="en-US" sz="1600" b="1" dirty="0" err="1">
                <a:solidFill>
                  <a:srgbClr val="000000"/>
                </a:solidFill>
                <a:ea typeface="+mn-lt"/>
                <a:cs typeface="+mn-lt"/>
              </a:rPr>
              <a:t>зорилго</a:t>
            </a:r>
            <a:r>
              <a:rPr lang="en-US" sz="1600" b="1" dirty="0">
                <a:solidFill>
                  <a:srgbClr val="000000"/>
                </a:solidFill>
                <a:ea typeface="+mn-lt"/>
                <a:cs typeface="+mn-lt"/>
              </a:rPr>
              <a:t>:</a:t>
            </a:r>
            <a:r>
              <a:rPr lang="en-US" sz="1600" dirty="0">
                <a:solidFill>
                  <a:srgbClr val="000000"/>
                </a:solidFill>
                <a:ea typeface="+mn-lt"/>
                <a:cs typeface="+mn-lt"/>
              </a:rPr>
              <a:t> </a:t>
            </a:r>
            <a:endParaRPr lang="en-US" dirty="0">
              <a:solidFill>
                <a:srgbClr val="000000"/>
              </a:solidFill>
              <a:ea typeface="+mn-lt"/>
              <a:cs typeface="+mn-lt"/>
            </a:endParaRPr>
          </a:p>
          <a:p>
            <a:r>
              <a:rPr lang="en-US" sz="1600" dirty="0" err="1">
                <a:solidFill>
                  <a:srgbClr val="000000"/>
                </a:solidFill>
                <a:ea typeface="+mn-lt"/>
                <a:cs typeface="+mn-lt"/>
              </a:rPr>
              <a:t>Эцэг</a:t>
            </a:r>
            <a:r>
              <a:rPr lang="en-US" sz="1600" b="0" i="0" u="none" strike="noStrike" baseline="0" dirty="0">
                <a:solidFill>
                  <a:srgbClr val="000000"/>
                </a:solidFill>
                <a:ea typeface="+mn-lt"/>
                <a:cs typeface="+mn-lt"/>
              </a:rPr>
              <a:t>, </a:t>
            </a:r>
            <a:r>
              <a:rPr lang="en-US" sz="1600" dirty="0" err="1">
                <a:solidFill>
                  <a:srgbClr val="000000"/>
                </a:solidFill>
                <a:ea typeface="+mn-lt"/>
                <a:cs typeface="+mn-lt"/>
              </a:rPr>
              <a:t>эх</a:t>
            </a:r>
            <a:r>
              <a:rPr lang="en-US" sz="1600" dirty="0">
                <a:solidFill>
                  <a:srgbClr val="000000"/>
                </a:solidFill>
                <a:ea typeface="+mn-lt"/>
                <a:cs typeface="+mn-lt"/>
              </a:rPr>
              <a:t> </a:t>
            </a:r>
            <a:r>
              <a:rPr lang="en-US" sz="1600" b="0" i="0" u="none" strike="noStrike" baseline="0" dirty="0" err="1">
                <a:solidFill>
                  <a:srgbClr val="000000"/>
                </a:solidFill>
                <a:ea typeface="+mn-lt"/>
                <a:cs typeface="+mn-lt"/>
              </a:rPr>
              <a:t>болон</a:t>
            </a:r>
            <a:r>
              <a:rPr lang="en-US" sz="1600" b="0" i="0" u="none" strike="noStrike" baseline="0" dirty="0">
                <a:solidFill>
                  <a:srgbClr val="000000"/>
                </a:solidFill>
                <a:ea typeface="+mn-lt"/>
                <a:cs typeface="+mn-lt"/>
              </a:rPr>
              <a:t> </a:t>
            </a:r>
            <a:r>
              <a:rPr lang="en-US" sz="1600" dirty="0" err="1">
                <a:solidFill>
                  <a:srgbClr val="000000"/>
                </a:solidFill>
                <a:ea typeface="+mn-lt"/>
                <a:cs typeface="+mn-lt"/>
              </a:rPr>
              <a:t>хүүхэд</a:t>
            </a:r>
            <a:r>
              <a:rPr lang="en-US" sz="1600" dirty="0">
                <a:solidFill>
                  <a:srgbClr val="000000"/>
                </a:solidFill>
                <a:ea typeface="+mn-lt"/>
                <a:cs typeface="+mn-lt"/>
              </a:rPr>
              <a:t> </a:t>
            </a:r>
            <a:r>
              <a:rPr lang="en-US" sz="1600" dirty="0" err="1">
                <a:solidFill>
                  <a:srgbClr val="000000"/>
                </a:solidFill>
                <a:ea typeface="+mn-lt"/>
                <a:cs typeface="+mn-lt"/>
              </a:rPr>
              <a:t>хоорондын</a:t>
            </a:r>
            <a:r>
              <a:rPr lang="en-US" sz="1600" dirty="0">
                <a:solidFill>
                  <a:srgbClr val="000000"/>
                </a:solidFill>
                <a:ea typeface="+mn-lt"/>
                <a:cs typeface="+mn-lt"/>
              </a:rPr>
              <a:t> </a:t>
            </a:r>
            <a:r>
              <a:rPr lang="en-US" sz="1600" dirty="0" err="1">
                <a:solidFill>
                  <a:srgbClr val="000000"/>
                </a:solidFill>
                <a:ea typeface="+mn-lt"/>
                <a:cs typeface="+mn-lt"/>
              </a:rPr>
              <a:t>хамгийн</a:t>
            </a:r>
            <a:r>
              <a:rPr lang="en-US" sz="1600" dirty="0">
                <a:solidFill>
                  <a:srgbClr val="000000"/>
                </a:solidFill>
                <a:ea typeface="+mn-lt"/>
                <a:cs typeface="+mn-lt"/>
              </a:rPr>
              <a:t> </a:t>
            </a:r>
            <a:r>
              <a:rPr lang="en-US" sz="1600" dirty="0" err="1">
                <a:solidFill>
                  <a:srgbClr val="000000"/>
                </a:solidFill>
                <a:ea typeface="+mn-lt"/>
                <a:cs typeface="+mn-lt"/>
              </a:rPr>
              <a:t>их</a:t>
            </a:r>
            <a:r>
              <a:rPr lang="en-US" sz="1600" dirty="0">
                <a:solidFill>
                  <a:srgbClr val="000000"/>
                </a:solidFill>
                <a:ea typeface="+mn-lt"/>
                <a:cs typeface="+mn-lt"/>
              </a:rPr>
              <a:t> </a:t>
            </a:r>
            <a:r>
              <a:rPr lang="en-US" sz="1600" dirty="0" err="1">
                <a:solidFill>
                  <a:srgbClr val="000000"/>
                </a:solidFill>
                <a:ea typeface="+mn-lt"/>
                <a:cs typeface="+mn-lt"/>
              </a:rPr>
              <a:t>зөрчилдөөнтэй</a:t>
            </a:r>
            <a:r>
              <a:rPr lang="en-US" sz="1600" dirty="0">
                <a:solidFill>
                  <a:srgbClr val="000000"/>
                </a:solidFill>
                <a:ea typeface="+mn-lt"/>
                <a:cs typeface="+mn-lt"/>
              </a:rPr>
              <a:t> </a:t>
            </a:r>
            <a:r>
              <a:rPr lang="en-US" sz="1600" dirty="0" err="1">
                <a:solidFill>
                  <a:srgbClr val="000000"/>
                </a:solidFill>
                <a:ea typeface="+mn-lt"/>
                <a:cs typeface="+mn-lt"/>
              </a:rPr>
              <a:t>асуудлыг</a:t>
            </a:r>
            <a:r>
              <a:rPr lang="en-US" sz="1600" dirty="0">
                <a:solidFill>
                  <a:srgbClr val="000000"/>
                </a:solidFill>
                <a:ea typeface="+mn-lt"/>
                <a:cs typeface="+mn-lt"/>
              </a:rPr>
              <a:t> </a:t>
            </a:r>
            <a:r>
              <a:rPr lang="en-US" sz="1600" dirty="0" err="1">
                <a:solidFill>
                  <a:srgbClr val="000000"/>
                </a:solidFill>
                <a:ea typeface="+mn-lt"/>
                <a:cs typeface="+mn-lt"/>
              </a:rPr>
              <a:t>тодорхойлж</a:t>
            </a:r>
            <a:r>
              <a:rPr lang="en-US" sz="1600" b="0" i="0" u="none" strike="noStrike" baseline="0" dirty="0">
                <a:solidFill>
                  <a:srgbClr val="000000"/>
                </a:solidFill>
                <a:ea typeface="+mn-lt"/>
                <a:cs typeface="+mn-lt"/>
              </a:rPr>
              <a:t>, </a:t>
            </a:r>
            <a:r>
              <a:rPr lang="en-US" sz="1600" dirty="0" err="1">
                <a:solidFill>
                  <a:srgbClr val="000000"/>
                </a:solidFill>
                <a:ea typeface="+mn-lt"/>
                <a:cs typeface="+mn-lt"/>
              </a:rPr>
              <a:t>хэрэглэгчдийн</a:t>
            </a:r>
            <a:r>
              <a:rPr lang="en-US" sz="1600" dirty="0">
                <a:solidFill>
                  <a:srgbClr val="000000"/>
                </a:solidFill>
                <a:ea typeface="+mn-lt"/>
                <a:cs typeface="+mn-lt"/>
              </a:rPr>
              <a:t> </a:t>
            </a:r>
            <a:r>
              <a:rPr lang="en-US" sz="1600" dirty="0" err="1">
                <a:solidFill>
                  <a:srgbClr val="000000"/>
                </a:solidFill>
                <a:ea typeface="+mn-lt"/>
                <a:cs typeface="+mn-lt"/>
              </a:rPr>
              <a:t>хүсэл</a:t>
            </a:r>
            <a:r>
              <a:rPr lang="en-US" sz="1600" b="0" i="0" u="none" strike="noStrike" baseline="0" dirty="0">
                <a:solidFill>
                  <a:srgbClr val="000000"/>
                </a:solidFill>
                <a:ea typeface="+mn-lt"/>
                <a:cs typeface="+mn-lt"/>
              </a:rPr>
              <a:t>, </a:t>
            </a:r>
            <a:r>
              <a:rPr lang="en-US" sz="1600" dirty="0" err="1">
                <a:solidFill>
                  <a:srgbClr val="000000"/>
                </a:solidFill>
                <a:ea typeface="+mn-lt"/>
                <a:cs typeface="+mn-lt"/>
              </a:rPr>
              <a:t>хэрэгцээнд</a:t>
            </a:r>
            <a:r>
              <a:rPr lang="en-US" sz="1600" dirty="0">
                <a:solidFill>
                  <a:srgbClr val="000000"/>
                </a:solidFill>
                <a:ea typeface="+mn-lt"/>
                <a:cs typeface="+mn-lt"/>
              </a:rPr>
              <a:t> </a:t>
            </a:r>
            <a:r>
              <a:rPr lang="en-US" sz="1600" dirty="0" err="1">
                <a:solidFill>
                  <a:srgbClr val="000000"/>
                </a:solidFill>
                <a:ea typeface="+mn-lt"/>
                <a:cs typeface="+mn-lt"/>
              </a:rPr>
              <a:t>нийцсэн</a:t>
            </a:r>
            <a:r>
              <a:rPr lang="en-US" sz="1600" dirty="0">
                <a:solidFill>
                  <a:srgbClr val="000000"/>
                </a:solidFill>
                <a:ea typeface="+mn-lt"/>
                <a:cs typeface="+mn-lt"/>
              </a:rPr>
              <a:t> </a:t>
            </a:r>
            <a:r>
              <a:rPr lang="en-US" sz="1600" dirty="0" err="1">
                <a:solidFill>
                  <a:srgbClr val="000000"/>
                </a:solidFill>
                <a:ea typeface="+mn-lt"/>
                <a:cs typeface="+mn-lt"/>
              </a:rPr>
              <a:t>технологийн</a:t>
            </a:r>
            <a:r>
              <a:rPr lang="en-US" sz="1600" dirty="0">
                <a:solidFill>
                  <a:srgbClr val="000000"/>
                </a:solidFill>
                <a:ea typeface="+mn-lt"/>
                <a:cs typeface="+mn-lt"/>
              </a:rPr>
              <a:t> </a:t>
            </a:r>
            <a:r>
              <a:rPr lang="en-US" sz="1600" dirty="0" err="1">
                <a:solidFill>
                  <a:srgbClr val="000000"/>
                </a:solidFill>
                <a:ea typeface="+mn-lt"/>
                <a:cs typeface="+mn-lt"/>
              </a:rPr>
              <a:t>шийдлийг</a:t>
            </a:r>
            <a:r>
              <a:rPr lang="en-US" sz="1600" dirty="0">
                <a:solidFill>
                  <a:srgbClr val="000000"/>
                </a:solidFill>
                <a:ea typeface="+mn-lt"/>
                <a:cs typeface="+mn-lt"/>
              </a:rPr>
              <a:t> </a:t>
            </a:r>
            <a:r>
              <a:rPr lang="en-US" sz="1600" dirty="0" err="1">
                <a:solidFill>
                  <a:srgbClr val="000000"/>
                </a:solidFill>
                <a:ea typeface="+mn-lt"/>
                <a:cs typeface="+mn-lt"/>
              </a:rPr>
              <a:t>тодорхойлох</a:t>
            </a:r>
            <a:r>
              <a:rPr lang="en-US" sz="1600" dirty="0">
                <a:solidFill>
                  <a:srgbClr val="000000"/>
                </a:solidFill>
                <a:ea typeface="+mn-lt"/>
                <a:cs typeface="+mn-lt"/>
              </a:rPr>
              <a:t> </a:t>
            </a:r>
            <a:r>
              <a:rPr lang="en-US" sz="1600" dirty="0" err="1">
                <a:solidFill>
                  <a:srgbClr val="000000"/>
                </a:solidFill>
                <a:ea typeface="+mn-lt"/>
                <a:cs typeface="+mn-lt"/>
              </a:rPr>
              <a:t>зорилгоор</a:t>
            </a:r>
            <a:r>
              <a:rPr lang="en-US" sz="1600" dirty="0">
                <a:solidFill>
                  <a:srgbClr val="000000"/>
                </a:solidFill>
                <a:ea typeface="+mn-lt"/>
                <a:cs typeface="+mn-lt"/>
              </a:rPr>
              <a:t> </a:t>
            </a:r>
            <a:r>
              <a:rPr lang="en-US" sz="1600" dirty="0" err="1">
                <a:solidFill>
                  <a:srgbClr val="000000"/>
                </a:solidFill>
                <a:ea typeface="+mn-lt"/>
                <a:cs typeface="+mn-lt"/>
              </a:rPr>
              <a:t>судалгааг</a:t>
            </a:r>
            <a:r>
              <a:rPr lang="en-US" sz="1600" dirty="0">
                <a:solidFill>
                  <a:srgbClr val="000000"/>
                </a:solidFill>
                <a:ea typeface="+mn-lt"/>
                <a:cs typeface="+mn-lt"/>
              </a:rPr>
              <a:t> </a:t>
            </a:r>
            <a:r>
              <a:rPr lang="en-US" sz="1600" dirty="0" err="1">
                <a:solidFill>
                  <a:srgbClr val="000000"/>
                </a:solidFill>
                <a:ea typeface="+mn-lt"/>
                <a:cs typeface="+mn-lt"/>
              </a:rPr>
              <a:t>хийсэн</a:t>
            </a:r>
            <a:r>
              <a:rPr lang="en-US" sz="1600" dirty="0">
                <a:solidFill>
                  <a:srgbClr val="000000"/>
                </a:solidFill>
                <a:ea typeface="+mn-lt"/>
                <a:cs typeface="+mn-lt"/>
              </a:rPr>
              <a:t> </a:t>
            </a:r>
            <a:r>
              <a:rPr lang="en-US" sz="1600" dirty="0" err="1">
                <a:solidFill>
                  <a:srgbClr val="000000"/>
                </a:solidFill>
                <a:ea typeface="+mn-lt"/>
                <a:cs typeface="+mn-lt"/>
              </a:rPr>
              <a:t>болно</a:t>
            </a:r>
            <a:r>
              <a:rPr lang="en-US" sz="1600" b="0" i="0" u="none" strike="noStrike" baseline="0" dirty="0">
                <a:solidFill>
                  <a:srgbClr val="000000"/>
                </a:solidFill>
                <a:ea typeface="+mn-lt"/>
                <a:cs typeface="+mn-lt"/>
              </a:rPr>
              <a:t>.</a:t>
            </a:r>
            <a:endParaRPr lang="en-US">
              <a:ea typeface="+mn-lt"/>
              <a:cs typeface="+mn-lt"/>
            </a:endParaRPr>
          </a:p>
        </p:txBody>
      </p:sp>
      <p:sp>
        <p:nvSpPr>
          <p:cNvPr id="3" name="TextBox 2">
            <a:extLst>
              <a:ext uri="{FF2B5EF4-FFF2-40B4-BE49-F238E27FC236}">
                <a16:creationId xmlns:a16="http://schemas.microsoft.com/office/drawing/2014/main" id="{06059CAB-85A1-D152-4BC5-66567B46D396}"/>
              </a:ext>
            </a:extLst>
          </p:cNvPr>
          <p:cNvSpPr txBox="1"/>
          <p:nvPr/>
        </p:nvSpPr>
        <p:spPr>
          <a:xfrm>
            <a:off x="928077" y="2471616"/>
            <a:ext cx="4738077" cy="27674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725"/>
              </a:lnSpc>
            </a:pPr>
            <a:r>
              <a:rPr lang="en-US" sz="1600" b="1" i="0" u="none" strike="noStrike" baseline="0" dirty="0" err="1">
                <a:solidFill>
                  <a:srgbClr val="000000"/>
                </a:solidFill>
                <a:latin typeface="Arial"/>
                <a:ea typeface="Segoe UI"/>
                <a:cs typeface="Segoe UI"/>
              </a:rPr>
              <a:t>Судалгааны</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зорилтот</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бүлэг</a:t>
            </a:r>
            <a:r>
              <a:rPr lang="en-US" sz="1600" b="1" i="0" u="none" strike="noStrike" baseline="0" dirty="0">
                <a:solidFill>
                  <a:srgbClr val="000000"/>
                </a:solidFill>
                <a:latin typeface="Arial"/>
                <a:ea typeface="Segoe UI"/>
                <a:cs typeface="Segoe UI"/>
              </a:rPr>
              <a:t>: </a:t>
            </a:r>
            <a:endParaRPr lang="en-US" b="1" dirty="0"/>
          </a:p>
          <a:p>
            <a:pPr marL="285750" indent="-285750">
              <a:lnSpc>
                <a:spcPts val="1725"/>
              </a:lnSpc>
              <a:buFont typeface="Arial"/>
              <a:buChar char="•"/>
            </a:pPr>
            <a:r>
              <a:rPr lang="en-US" sz="1600" b="0" i="0" u="none" strike="noStrike" baseline="0" dirty="0">
                <a:solidFill>
                  <a:srgbClr val="000000"/>
                </a:solidFill>
                <a:latin typeface="Arial"/>
                <a:ea typeface="Segoe UI"/>
                <a:cs typeface="Segoe UI"/>
              </a:rPr>
              <a:t>18 </a:t>
            </a:r>
            <a:r>
              <a:rPr lang="en-US" sz="1600" b="0" i="0" u="none" strike="noStrike" baseline="0" err="1">
                <a:solidFill>
                  <a:srgbClr val="000000"/>
                </a:solidFill>
                <a:latin typeface="Arial"/>
                <a:ea typeface="Segoe UI"/>
                <a:cs typeface="Segoe UI"/>
              </a:rPr>
              <a:t>хүртэлх</a:t>
            </a:r>
            <a:r>
              <a:rPr lang="en-US" sz="1600" b="0" i="0" u="none" strike="noStrike" baseline="0" dirty="0">
                <a:solidFill>
                  <a:srgbClr val="000000"/>
                </a:solidFill>
                <a:latin typeface="Arial"/>
                <a:ea typeface="Segoe UI"/>
                <a:cs typeface="Segoe UI"/>
              </a:rPr>
              <a:t> </a:t>
            </a:r>
            <a:r>
              <a:rPr lang="en-US" sz="1600" b="0" i="0" u="none" strike="noStrike" baseline="0" err="1">
                <a:solidFill>
                  <a:srgbClr val="000000"/>
                </a:solidFill>
                <a:latin typeface="Arial"/>
                <a:ea typeface="Segoe UI"/>
                <a:cs typeface="Segoe UI"/>
              </a:rPr>
              <a:t>насны</a:t>
            </a:r>
            <a:r>
              <a:rPr lang="en-US" sz="1600" b="0" i="0" u="none" strike="noStrike" baseline="0" dirty="0">
                <a:solidFill>
                  <a:srgbClr val="000000"/>
                </a:solidFill>
                <a:latin typeface="Arial"/>
                <a:ea typeface="Segoe UI"/>
                <a:cs typeface="Segoe UI"/>
              </a:rPr>
              <a:t> </a:t>
            </a:r>
            <a:r>
              <a:rPr lang="en-US" sz="1600" b="0" i="0" u="none" strike="noStrike" baseline="0" err="1">
                <a:solidFill>
                  <a:srgbClr val="000000"/>
                </a:solidFill>
                <a:latin typeface="Arial"/>
                <a:ea typeface="Segoe UI"/>
                <a:cs typeface="Segoe UI"/>
              </a:rPr>
              <a:t>хүүхэдтэй</a:t>
            </a:r>
            <a:r>
              <a:rPr lang="en-US" sz="1600" b="0" i="0" u="none" strike="noStrike" baseline="0" dirty="0">
                <a:solidFill>
                  <a:srgbClr val="000000"/>
                </a:solidFill>
                <a:latin typeface="Arial"/>
                <a:ea typeface="Segoe UI"/>
                <a:cs typeface="Segoe UI"/>
              </a:rPr>
              <a:t> </a:t>
            </a:r>
            <a:r>
              <a:rPr lang="en-US" sz="1600" b="0" i="0" u="none" strike="noStrike" baseline="0" err="1">
                <a:solidFill>
                  <a:srgbClr val="000000"/>
                </a:solidFill>
                <a:latin typeface="Arial"/>
                <a:ea typeface="Segoe UI"/>
                <a:cs typeface="Segoe UI"/>
              </a:rPr>
              <a:t>эцэг</a:t>
            </a:r>
            <a:r>
              <a:rPr lang="en-US" sz="1600" b="0" i="0" u="none" strike="noStrike" baseline="0" dirty="0">
                <a:solidFill>
                  <a:srgbClr val="000000"/>
                </a:solidFill>
                <a:latin typeface="Arial"/>
                <a:ea typeface="Segoe UI"/>
                <a:cs typeface="Segoe UI"/>
              </a:rPr>
              <a:t>, </a:t>
            </a:r>
            <a:r>
              <a:rPr lang="en-US" sz="1600" b="0" i="0" u="none" strike="noStrike" baseline="0" err="1">
                <a:solidFill>
                  <a:srgbClr val="000000"/>
                </a:solidFill>
                <a:latin typeface="Arial"/>
                <a:ea typeface="Segoe UI"/>
                <a:cs typeface="Segoe UI"/>
              </a:rPr>
              <a:t>эхчүүд</a:t>
            </a:r>
            <a:r>
              <a:rPr lang="en-US" sz="1600" b="0" i="0" u="none" strike="noStrike" baseline="0" dirty="0">
                <a:solidFill>
                  <a:srgbClr val="000000"/>
                </a:solidFill>
                <a:latin typeface="Arial"/>
                <a:ea typeface="Segoe UI"/>
                <a:cs typeface="Segoe UI"/>
              </a:rPr>
              <a:t> </a:t>
            </a:r>
            <a:endParaRPr lang="mn-MN">
              <a:solidFill>
                <a:srgbClr val="000000"/>
              </a:solidFill>
              <a:latin typeface="Arial"/>
              <a:ea typeface="Segoe UI"/>
              <a:cs typeface="Arial"/>
            </a:endParaRPr>
          </a:p>
          <a:p>
            <a:pPr marL="285750" indent="-285750">
              <a:lnSpc>
                <a:spcPts val="1725"/>
              </a:lnSpc>
              <a:buFont typeface="Arial"/>
              <a:buChar char="•"/>
            </a:pPr>
            <a:r>
              <a:rPr lang="en-US" sz="1600" dirty="0">
                <a:solidFill>
                  <a:srgbClr val="000000"/>
                </a:solidFill>
                <a:latin typeface="Arial"/>
                <a:ea typeface="Segoe UI"/>
                <a:cs typeface="Segoe UI"/>
              </a:rPr>
              <a:t>18</a:t>
            </a:r>
            <a:r>
              <a:rPr lang="mn-MN" sz="1600" b="0" i="0" dirty="0">
                <a:solidFill>
                  <a:srgbClr val="000000"/>
                </a:solidFill>
                <a:latin typeface="Arial"/>
                <a:ea typeface="Segoe UI"/>
                <a:cs typeface="Segoe UI"/>
              </a:rPr>
              <a:t>​</a:t>
            </a:r>
            <a:r>
              <a:rPr lang="mn-MN" sz="160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хүртэлх</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насны</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хүүхдүүд</a:t>
            </a:r>
            <a:r>
              <a:rPr lang="mn-MN" sz="1600" b="0" i="0" dirty="0">
                <a:solidFill>
                  <a:srgbClr val="000000"/>
                </a:solidFill>
                <a:latin typeface="Arial"/>
                <a:ea typeface="Segoe UI"/>
                <a:cs typeface="Segoe UI"/>
              </a:rPr>
              <a:t>​</a:t>
            </a:r>
            <a:endParaRPr lang="mn-MN" b="0" i="0" dirty="0">
              <a:solidFill>
                <a:srgbClr val="000000"/>
              </a:solidFill>
              <a:latin typeface="Arial"/>
              <a:ea typeface="Segoe UI"/>
              <a:cs typeface="Arial"/>
            </a:endParaRPr>
          </a:p>
          <a:p>
            <a:pPr marL="285750" indent="-285750">
              <a:lnSpc>
                <a:spcPts val="1725"/>
              </a:lnSpc>
              <a:buFont typeface="Arial"/>
              <a:buChar char="•"/>
            </a:pPr>
            <a:endParaRPr lang="mn-MN" sz="1600" dirty="0">
              <a:solidFill>
                <a:srgbClr val="000000"/>
              </a:solidFill>
              <a:latin typeface="Arial"/>
              <a:ea typeface="Segoe UI"/>
              <a:cs typeface="Segoe UI"/>
            </a:endParaRPr>
          </a:p>
          <a:p>
            <a:pPr>
              <a:lnSpc>
                <a:spcPts val="1725"/>
              </a:lnSpc>
            </a:pPr>
            <a:r>
              <a:rPr lang="en-US" sz="1600" b="1" i="0" u="none" strike="noStrike" baseline="0" dirty="0" err="1">
                <a:solidFill>
                  <a:srgbClr val="000000"/>
                </a:solidFill>
                <a:latin typeface="Arial"/>
                <a:ea typeface="Segoe UI"/>
                <a:cs typeface="Segoe UI"/>
              </a:rPr>
              <a:t>Судалгааны</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арга</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зүй</a:t>
            </a:r>
            <a:r>
              <a:rPr lang="en-US" sz="1600" b="1" i="0" u="none" strike="noStrike" baseline="0" dirty="0">
                <a:solidFill>
                  <a:srgbClr val="000000"/>
                </a:solidFill>
                <a:latin typeface="Arial"/>
                <a:ea typeface="Segoe UI"/>
                <a:cs typeface="Segoe UI"/>
              </a:rPr>
              <a:t>: </a:t>
            </a:r>
            <a:endParaRPr lang="en-US" sz="1600" b="1" dirty="0">
              <a:solidFill>
                <a:srgbClr val="000000"/>
              </a:solidFill>
              <a:latin typeface="Arial"/>
              <a:ea typeface="Segoe UI"/>
              <a:cs typeface="Segoe UI"/>
            </a:endParaRPr>
          </a:p>
          <a:p>
            <a:pPr>
              <a:lnSpc>
                <a:spcPts val="1725"/>
              </a:lnSpc>
            </a:pPr>
            <a:r>
              <a:rPr lang="en-US" sz="160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Түүврийн</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арга</a:t>
            </a:r>
            <a:r>
              <a:rPr lang="en-US" sz="1600" b="0" i="0" u="none" strike="noStrike" baseline="0" dirty="0">
                <a:solidFill>
                  <a:srgbClr val="000000"/>
                </a:solidFill>
                <a:latin typeface="Arial"/>
                <a:ea typeface="Segoe UI"/>
                <a:cs typeface="Segoe UI"/>
              </a:rPr>
              <a:t>, </a:t>
            </a:r>
            <a:endParaRPr lang="mn-MN" dirty="0">
              <a:solidFill>
                <a:srgbClr val="000000"/>
              </a:solidFill>
              <a:latin typeface="Arial"/>
              <a:ea typeface="Segoe UI"/>
              <a:cs typeface="Arial"/>
            </a:endParaRPr>
          </a:p>
          <a:p>
            <a:pPr>
              <a:lnSpc>
                <a:spcPts val="1725"/>
              </a:lnSpc>
            </a:pPr>
            <a:r>
              <a:rPr lang="en-US" sz="160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Тестийн</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арга</a:t>
            </a:r>
            <a:r>
              <a:rPr lang="mn-MN" sz="1600" b="0" i="0" dirty="0">
                <a:solidFill>
                  <a:srgbClr val="000000"/>
                </a:solidFill>
                <a:latin typeface="Arial"/>
                <a:ea typeface="Segoe UI"/>
                <a:cs typeface="Segoe UI"/>
              </a:rPr>
              <a:t>​</a:t>
            </a:r>
            <a:endParaRPr lang="mn-MN">
              <a:cs typeface="Arial"/>
            </a:endParaRPr>
          </a:p>
          <a:p>
            <a:pPr>
              <a:lnSpc>
                <a:spcPts val="1725"/>
              </a:lnSpc>
            </a:pPr>
            <a:endParaRPr lang="mn-MN" sz="1600" dirty="0">
              <a:solidFill>
                <a:srgbClr val="000000"/>
              </a:solidFill>
              <a:latin typeface="Arial"/>
              <a:ea typeface="Segoe UI"/>
              <a:cs typeface="Segoe UI"/>
            </a:endParaRPr>
          </a:p>
          <a:p>
            <a:pPr>
              <a:lnSpc>
                <a:spcPts val="1725"/>
              </a:lnSpc>
            </a:pPr>
            <a:r>
              <a:rPr lang="en-US" sz="1600" b="1" i="0" u="none" strike="noStrike" baseline="0" dirty="0" err="1">
                <a:solidFill>
                  <a:srgbClr val="000000"/>
                </a:solidFill>
                <a:latin typeface="Arial"/>
                <a:ea typeface="Segoe UI"/>
                <a:cs typeface="Segoe UI"/>
              </a:rPr>
              <a:t>Судалгаанд</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хамрагдсан</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хэрэглэгчдийн</a:t>
            </a:r>
            <a:r>
              <a:rPr lang="en-US" sz="1600" b="1" i="0" u="none" strike="noStrike" baseline="0" dirty="0">
                <a:solidFill>
                  <a:srgbClr val="000000"/>
                </a:solidFill>
                <a:latin typeface="Arial"/>
                <a:ea typeface="Segoe UI"/>
                <a:cs typeface="Segoe UI"/>
              </a:rPr>
              <a:t> </a:t>
            </a:r>
            <a:r>
              <a:rPr lang="en-US" sz="1600" b="1" i="0" u="none" strike="noStrike" baseline="0" dirty="0" err="1">
                <a:solidFill>
                  <a:srgbClr val="000000"/>
                </a:solidFill>
                <a:latin typeface="Arial"/>
                <a:ea typeface="Segoe UI"/>
                <a:cs typeface="Segoe UI"/>
              </a:rPr>
              <a:t>тоо</a:t>
            </a:r>
            <a:r>
              <a:rPr lang="en-US" sz="1600" b="1" i="0" u="none" strike="noStrike" baseline="0" dirty="0">
                <a:solidFill>
                  <a:srgbClr val="000000"/>
                </a:solidFill>
                <a:latin typeface="Arial"/>
                <a:ea typeface="Segoe UI"/>
                <a:cs typeface="Segoe UI"/>
              </a:rPr>
              <a:t>:</a:t>
            </a:r>
            <a:r>
              <a:rPr lang="en-US" sz="1600" b="0" i="0" u="none" strike="noStrike" baseline="0" dirty="0">
                <a:solidFill>
                  <a:srgbClr val="000000"/>
                </a:solidFill>
                <a:latin typeface="Arial"/>
                <a:ea typeface="Segoe UI"/>
                <a:cs typeface="Segoe UI"/>
              </a:rPr>
              <a:t> </a:t>
            </a:r>
            <a:endParaRPr lang="en-US" sz="1600" dirty="0">
              <a:solidFill>
                <a:srgbClr val="000000"/>
              </a:solidFill>
              <a:latin typeface="Arial"/>
              <a:ea typeface="Segoe UI"/>
              <a:cs typeface="Segoe UI"/>
            </a:endParaRPr>
          </a:p>
          <a:p>
            <a:pPr>
              <a:lnSpc>
                <a:spcPts val="1725"/>
              </a:lnSpc>
            </a:pPr>
            <a:r>
              <a:rPr lang="en-US" sz="1600" dirty="0">
                <a:solidFill>
                  <a:srgbClr val="000000"/>
                </a:solidFill>
                <a:latin typeface="Arial"/>
                <a:ea typeface="Segoe UI"/>
                <a:cs typeface="Segoe UI"/>
              </a:rPr>
              <a:t> </a:t>
            </a:r>
            <a:r>
              <a:rPr lang="en-US" sz="1600" b="0" i="0" u="none" strike="noStrike" baseline="0" dirty="0">
                <a:solidFill>
                  <a:srgbClr val="000000"/>
                </a:solidFill>
                <a:latin typeface="Arial"/>
                <a:ea typeface="Segoe UI"/>
                <a:cs typeface="Segoe UI"/>
              </a:rPr>
              <a:t>128 </a:t>
            </a:r>
            <a:r>
              <a:rPr lang="en-US" sz="1600" dirty="0" err="1">
                <a:solidFill>
                  <a:srgbClr val="000000"/>
                </a:solidFill>
                <a:latin typeface="Arial"/>
                <a:ea typeface="Segoe UI"/>
                <a:cs typeface="Segoe UI"/>
              </a:rPr>
              <a:t>хүүхэд</a:t>
            </a:r>
            <a:endParaRPr lang="en-US" sz="1600">
              <a:solidFill>
                <a:srgbClr val="000000"/>
              </a:solidFill>
              <a:latin typeface="Arial"/>
              <a:ea typeface="Segoe UI"/>
              <a:cs typeface="Segoe UI"/>
            </a:endParaRPr>
          </a:p>
          <a:p>
            <a:pPr>
              <a:lnSpc>
                <a:spcPts val="1725"/>
              </a:lnSpc>
            </a:pPr>
            <a:r>
              <a:rPr lang="en-US" sz="1600" dirty="0">
                <a:solidFill>
                  <a:srgbClr val="000000"/>
                </a:solidFill>
                <a:latin typeface="Arial"/>
                <a:ea typeface="Segoe UI"/>
                <a:cs typeface="Segoe UI"/>
              </a:rPr>
              <a:t> 47</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эцэг</a:t>
            </a:r>
            <a:r>
              <a:rPr lang="en-US" sz="1600" b="0" i="0" u="none" strike="noStrike" baseline="0" dirty="0">
                <a:solidFill>
                  <a:srgbClr val="000000"/>
                </a:solidFill>
                <a:latin typeface="Arial"/>
                <a:ea typeface="Segoe UI"/>
                <a:cs typeface="Segoe UI"/>
              </a:rPr>
              <a:t> </a:t>
            </a:r>
            <a:r>
              <a:rPr lang="en-US" sz="1600" b="0" i="0" u="none" strike="noStrike" baseline="0" dirty="0" err="1">
                <a:solidFill>
                  <a:srgbClr val="000000"/>
                </a:solidFill>
                <a:latin typeface="Arial"/>
                <a:ea typeface="Segoe UI"/>
                <a:cs typeface="Segoe UI"/>
              </a:rPr>
              <a:t>эх</a:t>
            </a:r>
            <a:endParaRPr lang="en-US" sz="1600" b="0" i="0" u="none" strike="noStrike" baseline="0" dirty="0">
              <a:solidFill>
                <a:srgbClr val="000000"/>
              </a:solidFill>
              <a:latin typeface="Arial"/>
              <a:ea typeface="Segoe UI"/>
              <a:cs typeface="Segoe UI"/>
            </a:endParaRPr>
          </a:p>
          <a:p>
            <a:pPr algn="ctr"/>
            <a:endParaRPr lang="en-US"/>
          </a:p>
        </p:txBody>
      </p:sp>
    </p:spTree>
    <p:extLst>
      <p:ext uri="{BB962C8B-B14F-4D97-AF65-F5344CB8AC3E}">
        <p14:creationId xmlns:p14="http://schemas.microsoft.com/office/powerpoint/2010/main" val="2842223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en-US" sz="1600" b="1" cap="all" dirty="0" err="1">
                <a:sym typeface="Montserrat SemiBold"/>
              </a:rPr>
              <a:t>Системийн</a:t>
            </a:r>
            <a:r>
              <a:rPr lang="en-US" sz="1600" b="1" cap="all" dirty="0">
                <a:sym typeface="Montserrat SemiBold"/>
              </a:rPr>
              <a:t> </a:t>
            </a:r>
            <a:r>
              <a:rPr lang="en-US" sz="1600" b="1" cap="all" dirty="0" err="1">
                <a:sym typeface="Montserrat SemiBold"/>
              </a:rPr>
              <a:t>шийдэл</a:t>
            </a:r>
            <a:endParaRPr lang="en-US" sz="1600" b="1" cap="all" dirty="0" err="1"/>
          </a:p>
        </p:txBody>
      </p:sp>
      <p:sp>
        <p:nvSpPr>
          <p:cNvPr id="5" name="Date Placeholder 4">
            <a:extLst>
              <a:ext uri="{FF2B5EF4-FFF2-40B4-BE49-F238E27FC236}">
                <a16:creationId xmlns:a16="http://schemas.microsoft.com/office/drawing/2014/main" id="{9E37FB82-DA6F-4CA4-901A-AD84B4FE826F}"/>
              </a:ext>
            </a:extLst>
          </p:cNvPr>
          <p:cNvSpPr>
            <a:spLocks noGrp="1"/>
          </p:cNvSpPr>
          <p:nvPr>
            <p:ph type="dt" idx="10"/>
          </p:nvPr>
        </p:nvSpPr>
        <p:spPr/>
        <p:txBody>
          <a:bodyPr/>
          <a:lstStyle/>
          <a:p>
            <a:fld id="{3631BA11-B873-43E1-B5E5-099F01C0B2AF}" type="datetime1">
              <a:rPr lang="mn-MN" smtClean="0"/>
              <a:t>2026.04.07</a:t>
            </a:fld>
            <a:endParaRPr lang="mn-MN"/>
          </a:p>
        </p:txBody>
      </p:sp>
      <p:sp>
        <p:nvSpPr>
          <p:cNvPr id="6" name="Slide Number Placeholder 5">
            <a:extLst>
              <a:ext uri="{FF2B5EF4-FFF2-40B4-BE49-F238E27FC236}">
                <a16:creationId xmlns:a16="http://schemas.microsoft.com/office/drawing/2014/main" id="{8F11E433-E459-4D20-8C8C-B99839EED0AE}"/>
              </a:ext>
            </a:extLst>
          </p:cNvPr>
          <p:cNvSpPr>
            <a:spLocks noGrp="1"/>
          </p:cNvSpPr>
          <p:nvPr>
            <p:ph type="sldNum" idx="12"/>
          </p:nvPr>
        </p:nvSpPr>
        <p:spPr/>
        <p:txBody>
          <a:bodyPr/>
          <a:lstStyle/>
          <a:p>
            <a:fld id="{00000000-1234-1234-1234-123412341234}" type="slidenum">
              <a:rPr lang="mn" smtClean="0"/>
              <a:pPr/>
              <a:t>5</a:t>
            </a:fld>
            <a:endParaRPr lang="mn"/>
          </a:p>
        </p:txBody>
      </p:sp>
    </p:spTree>
    <p:extLst>
      <p:ext uri="{BB962C8B-B14F-4D97-AF65-F5344CB8AC3E}">
        <p14:creationId xmlns:p14="http://schemas.microsoft.com/office/powerpoint/2010/main" val="101911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r>
              <a:rPr lang="en-US" b="1" cap="all" err="1">
                <a:latin typeface="Oswald"/>
                <a:sym typeface="Montserrat SemiBold"/>
              </a:rPr>
              <a:t>Ижил</a:t>
            </a:r>
            <a:r>
              <a:rPr lang="en-US" b="1" cap="all">
                <a:latin typeface="Oswald"/>
                <a:sym typeface="Montserrat SemiBold"/>
              </a:rPr>
              <a:t> </a:t>
            </a:r>
            <a:r>
              <a:rPr lang="en-US" b="1" cap="all" err="1">
                <a:latin typeface="Oswald"/>
                <a:sym typeface="Montserrat SemiBold"/>
              </a:rPr>
              <a:t>төстэй</a:t>
            </a:r>
            <a:r>
              <a:rPr lang="en-US" b="1" cap="all">
                <a:latin typeface="Oswald"/>
                <a:sym typeface="Montserrat SemiBold"/>
              </a:rPr>
              <a:t> </a:t>
            </a:r>
            <a:r>
              <a:rPr lang="en-US" b="1" cap="all" err="1">
                <a:latin typeface="Oswald"/>
                <a:sym typeface="Montserrat SemiBold"/>
              </a:rPr>
              <a:t>системийн</a:t>
            </a:r>
            <a:r>
              <a:rPr lang="en-US" b="1" cap="all">
                <a:latin typeface="Oswald"/>
                <a:sym typeface="Montserrat SemiBold"/>
              </a:rPr>
              <a:t> </a:t>
            </a:r>
            <a:r>
              <a:rPr lang="en-US" b="1" cap="all" err="1">
                <a:latin typeface="Oswald"/>
                <a:sym typeface="Montserrat SemiBold"/>
              </a:rPr>
              <a:t>судалгаа</a:t>
            </a:r>
            <a:endParaRPr lang="mn-MN" cap="all">
              <a:latin typeface="Oswald"/>
            </a:endParaRPr>
          </a:p>
          <a:p>
            <a:pPr>
              <a:lnSpc>
                <a:spcPct val="100000"/>
              </a:lnSpc>
              <a:spcBef>
                <a:spcPct val="0"/>
              </a:spcBef>
            </a:pPr>
            <a:endParaRPr lang="mn-MN" b="1" cap="all">
              <a:latin typeface="Oswald"/>
            </a:endParaRPr>
          </a:p>
        </p:txBody>
      </p:sp>
      <p:sp>
        <p:nvSpPr>
          <p:cNvPr id="5" name="Date Placeholder 4">
            <a:extLst>
              <a:ext uri="{FF2B5EF4-FFF2-40B4-BE49-F238E27FC236}">
                <a16:creationId xmlns:a16="http://schemas.microsoft.com/office/drawing/2014/main" id="{9E37FB82-DA6F-4CA4-901A-AD84B4FE826F}"/>
              </a:ext>
            </a:extLst>
          </p:cNvPr>
          <p:cNvSpPr>
            <a:spLocks noGrp="1"/>
          </p:cNvSpPr>
          <p:nvPr>
            <p:ph type="dt" idx="10"/>
          </p:nvPr>
        </p:nvSpPr>
        <p:spPr/>
        <p:txBody>
          <a:bodyPr/>
          <a:lstStyle/>
          <a:p>
            <a:fld id="{3631BA11-B873-43E1-B5E5-099F01C0B2AF}" type="datetime1">
              <a:rPr lang="mn-MN" smtClean="0"/>
              <a:t>2026.04.07</a:t>
            </a:fld>
            <a:endParaRPr lang="mn-MN"/>
          </a:p>
        </p:txBody>
      </p:sp>
      <p:sp>
        <p:nvSpPr>
          <p:cNvPr id="6" name="Slide Number Placeholder 5">
            <a:extLst>
              <a:ext uri="{FF2B5EF4-FFF2-40B4-BE49-F238E27FC236}">
                <a16:creationId xmlns:a16="http://schemas.microsoft.com/office/drawing/2014/main" id="{8F11E433-E459-4D20-8C8C-B99839EED0AE}"/>
              </a:ext>
            </a:extLst>
          </p:cNvPr>
          <p:cNvSpPr>
            <a:spLocks noGrp="1"/>
          </p:cNvSpPr>
          <p:nvPr>
            <p:ph type="sldNum" idx="12"/>
          </p:nvPr>
        </p:nvSpPr>
        <p:spPr/>
        <p:txBody>
          <a:bodyPr/>
          <a:lstStyle/>
          <a:p>
            <a:fld id="{00000000-1234-1234-1234-123412341234}" type="slidenum">
              <a:rPr lang="mn" smtClean="0"/>
              <a:pPr/>
              <a:t>6</a:t>
            </a:fld>
            <a:endParaRPr lang="mn"/>
          </a:p>
        </p:txBody>
      </p:sp>
      <p:sp>
        <p:nvSpPr>
          <p:cNvPr id="4" name="Content Placeholder 5">
            <a:extLst>
              <a:ext uri="{FF2B5EF4-FFF2-40B4-BE49-F238E27FC236}">
                <a16:creationId xmlns:a16="http://schemas.microsoft.com/office/drawing/2014/main" id="{EEB3E7EA-34D8-961B-F67D-F390230DE7C5}"/>
              </a:ext>
            </a:extLst>
          </p:cNvPr>
          <p:cNvSpPr txBox="1">
            <a:spLocks/>
          </p:cNvSpPr>
          <p:nvPr/>
        </p:nvSpPr>
        <p:spPr>
          <a:xfrm>
            <a:off x="414578" y="1153766"/>
            <a:ext cx="5042793" cy="469257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buNone/>
            </a:pPr>
            <a:r>
              <a:rPr lang="mn" sz="1600" b="1">
                <a:solidFill>
                  <a:schemeClr val="tx1"/>
                </a:solidFill>
              </a:rPr>
              <a:t>Монголын системүүдтэи харьцуулсан судалгаа </a:t>
            </a:r>
            <a:endParaRPr lang="en-US" sz="1600" b="1">
              <a:solidFill>
                <a:schemeClr val="tx1"/>
              </a:solidFill>
            </a:endParaRPr>
          </a:p>
          <a:p>
            <a:pPr marL="285750" indent="-285750" defTabSz="914400"/>
            <a:r>
              <a:rPr lang="en-US" sz="1600" b="1">
                <a:solidFill>
                  <a:schemeClr val="tx1"/>
                </a:solidFill>
              </a:rPr>
              <a:t>Gerbook.com</a:t>
            </a:r>
            <a:endParaRPr lang="mn" sz="1600" b="1">
              <a:solidFill>
                <a:schemeClr val="tx1"/>
              </a:solidFill>
            </a:endParaRPr>
          </a:p>
          <a:p>
            <a:r>
              <a:rPr lang="en-US" sz="1600"/>
              <a:t>GerBook.com </a:t>
            </a:r>
            <a:r>
              <a:rPr lang="mn-MN" sz="1600"/>
              <a:t>нь малчин айл, гэр амралт, рашаан сувилал, майхан кэмп, морин аялал зэрэг үйл ажиллагааны чиглэлүүдээс сонгон дотоод, гадаадын аялагчдад монгол гэр болон аяллын нэмэлт үйлчилгээг хялбар захиалах боломж олгодог. Мөн гэр эзэмшигч хувь хүн эсвэл байгууллага нь өөрийн үйлчилгээний мэдээллийг платформд оруулж, үнэ, боломжит өдөр, нэмэлт үйлчилгээ зэрэг мэдээллийг удирдах боломжтой.</a:t>
            </a:r>
          </a:p>
          <a:p>
            <a:pPr marL="126997" indent="0">
              <a:buNone/>
            </a:pPr>
            <a:endParaRPr lang="mn" sz="1600"/>
          </a:p>
          <a:p>
            <a:pPr marL="127000" indent="0" defTabSz="914400">
              <a:buNone/>
            </a:pPr>
            <a:endParaRPr lang="mn" sz="1600"/>
          </a:p>
          <a:p>
            <a:pPr marL="285750" indent="-285750" defTabSz="914400"/>
            <a:endParaRPr lang="mn" sz="1600" b="1"/>
          </a:p>
          <a:p>
            <a:pPr marL="0" indent="0" defTabSz="914400">
              <a:buNone/>
            </a:pPr>
            <a:endParaRPr lang="mn" sz="1600"/>
          </a:p>
          <a:p>
            <a:pPr marL="0" indent="0" defTabSz="914400">
              <a:buNone/>
            </a:pPr>
            <a:endParaRPr lang="mn" sz="1600"/>
          </a:p>
          <a:p>
            <a:pPr marL="0" indent="0" defTabSz="914400">
              <a:buNone/>
            </a:pPr>
            <a:br>
              <a:rPr lang="mn" sz="1200" b="1"/>
            </a:br>
            <a:r>
              <a:rPr lang="mn" sz="1200" b="1">
                <a:solidFill>
                  <a:schemeClr val="tx1"/>
                </a:solidFill>
              </a:rPr>
              <a:t> </a:t>
            </a:r>
            <a:endParaRPr lang="mn" b="1">
              <a:solidFill>
                <a:schemeClr val="tx1"/>
              </a:solidFill>
            </a:endParaRPr>
          </a:p>
          <a:p>
            <a:pPr marL="608965" indent="-481965" defTabSz="914400">
              <a:buNone/>
            </a:pPr>
            <a:endParaRPr lang="mn" sz="1600" b="1">
              <a:solidFill>
                <a:schemeClr val="tx1"/>
              </a:solidFill>
            </a:endParaRPr>
          </a:p>
          <a:p>
            <a:pPr marL="127000" indent="0" algn="just" defTabSz="914400">
              <a:buNone/>
            </a:pPr>
            <a:endParaRPr lang="mn" sz="1600">
              <a:solidFill>
                <a:schemeClr val="tx1"/>
              </a:solidFill>
            </a:endParaRPr>
          </a:p>
          <a:p>
            <a:pPr marL="608965" indent="-481965" algn="just" defTabSz="914400"/>
            <a:endParaRPr lang="mn" sz="1600">
              <a:solidFill>
                <a:schemeClr val="tx1"/>
              </a:solidFill>
            </a:endParaRPr>
          </a:p>
        </p:txBody>
      </p:sp>
      <p:pic>
        <p:nvPicPr>
          <p:cNvPr id="7" name="Picture 6">
            <a:extLst>
              <a:ext uri="{FF2B5EF4-FFF2-40B4-BE49-F238E27FC236}">
                <a16:creationId xmlns:a16="http://schemas.microsoft.com/office/drawing/2014/main" id="{EECB8C5E-A293-ECA4-1344-9D98DFA01274}"/>
              </a:ext>
            </a:extLst>
          </p:cNvPr>
          <p:cNvPicPr>
            <a:picLocks noChangeAspect="1"/>
          </p:cNvPicPr>
          <p:nvPr/>
        </p:nvPicPr>
        <p:blipFill>
          <a:blip r:embed="rId4"/>
          <a:stretch>
            <a:fillRect/>
          </a:stretch>
        </p:blipFill>
        <p:spPr>
          <a:xfrm>
            <a:off x="5545662" y="1509485"/>
            <a:ext cx="6142446" cy="3839029"/>
          </a:xfrm>
          <a:prstGeom prst="rect">
            <a:avLst/>
          </a:prstGeom>
        </p:spPr>
      </p:pic>
    </p:spTree>
    <p:extLst>
      <p:ext uri="{BB962C8B-B14F-4D97-AF65-F5344CB8AC3E}">
        <p14:creationId xmlns:p14="http://schemas.microsoft.com/office/powerpoint/2010/main" val="4219733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899331" y="790549"/>
            <a:ext cx="10400182" cy="4604044"/>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7000" indent="0" defTabSz="914400">
              <a:buNone/>
            </a:pPr>
            <a:r>
              <a:rPr lang="mn" sz="1600" b="1" kern="0">
                <a:latin typeface="montserrat"/>
                <a:ea typeface="Roboto"/>
                <a:cs typeface="+mn-lt"/>
              </a:rPr>
              <a:t>Давуу тал </a:t>
            </a:r>
            <a:endParaRPr lang="en-US"/>
          </a:p>
          <a:p>
            <a:r>
              <a:rPr lang="mn-MN" sz="1600"/>
              <a:t>Энгийн, ойлгомжтой интерфейстэй тул хэрэглэгчдэд ашиглахад хялбар.</a:t>
            </a:r>
          </a:p>
          <a:p>
            <a:r>
              <a:rPr lang="mn-MN" sz="1600"/>
              <a:t>Вэб болон мобайл хөтөчөөр ашиглах боломжтой.</a:t>
            </a:r>
          </a:p>
          <a:p>
            <a:pPr marL="127000" indent="0" defTabSz="914400">
              <a:buNone/>
            </a:pPr>
            <a:r>
              <a:rPr lang="mn" sz="1600" b="1" kern="0">
                <a:latin typeface="montserrat"/>
                <a:ea typeface="Roboto"/>
                <a:cs typeface="+mn-lt"/>
              </a:rPr>
              <a:t> Сул тал </a:t>
            </a:r>
            <a:endParaRPr lang="mn" sz="1600" b="1">
              <a:latin typeface="montserrat"/>
              <a:ea typeface="Roboto"/>
            </a:endParaRPr>
          </a:p>
          <a:p>
            <a:r>
              <a:rPr lang="mn-MN" sz="1600"/>
              <a:t>Түрээслүүлэгчийн оруулсан мэдээллийг зөвхөн монгол хэл дээр харуулдаг тул олон улсын жуулчдад ашиглахад хүндрэлтэй.</a:t>
            </a:r>
          </a:p>
          <a:p>
            <a:r>
              <a:rPr lang="mn-MN" sz="1600"/>
              <a:t>Зар шүүлтүүргүйгээр ордог.</a:t>
            </a:r>
          </a:p>
          <a:p>
            <a:pPr marL="608965" indent="-481965" defTabSz="914400"/>
            <a:endParaRPr lang="mn" sz="1600" kern="0">
              <a:latin typeface="montserrat"/>
              <a:ea typeface="Roboto" panose="02000000000000000000" pitchFamily="2" charset="0"/>
              <a:cs typeface="+mn-lt"/>
            </a:endParaRPr>
          </a:p>
        </p:txBody>
      </p:sp>
      <p:sp>
        <p:nvSpPr>
          <p:cNvPr id="6" name="Date Placeholder 5">
            <a:extLst>
              <a:ext uri="{FF2B5EF4-FFF2-40B4-BE49-F238E27FC236}">
                <a16:creationId xmlns:a16="http://schemas.microsoft.com/office/drawing/2014/main" id="{AD3FFC1B-6DC8-4A89-82CA-53A3D39FDF86}"/>
              </a:ext>
            </a:extLst>
          </p:cNvPr>
          <p:cNvSpPr>
            <a:spLocks noGrp="1"/>
          </p:cNvSpPr>
          <p:nvPr>
            <p:ph type="dt" idx="10"/>
          </p:nvPr>
        </p:nvSpPr>
        <p:spPr/>
        <p:txBody>
          <a:bodyPr/>
          <a:lstStyle/>
          <a:p>
            <a:fld id="{63168BC3-5C3C-40F2-8914-8FA4D074D3F2}" type="datetime1">
              <a:rPr lang="mn-MN" smtClean="0"/>
              <a:t>2026.04.07</a:t>
            </a:fld>
            <a:endParaRPr lang="mn-MN"/>
          </a:p>
        </p:txBody>
      </p:sp>
      <p:sp>
        <p:nvSpPr>
          <p:cNvPr id="7" name="Slide Number Placeholder 6">
            <a:extLst>
              <a:ext uri="{FF2B5EF4-FFF2-40B4-BE49-F238E27FC236}">
                <a16:creationId xmlns:a16="http://schemas.microsoft.com/office/drawing/2014/main" id="{CBB939B9-22F9-4E95-B6E3-4DDEAC3EEC70}"/>
              </a:ext>
            </a:extLst>
          </p:cNvPr>
          <p:cNvSpPr>
            <a:spLocks noGrp="1"/>
          </p:cNvSpPr>
          <p:nvPr>
            <p:ph type="sldNum" idx="12"/>
          </p:nvPr>
        </p:nvSpPr>
        <p:spPr/>
        <p:txBody>
          <a:bodyPr/>
          <a:lstStyle/>
          <a:p>
            <a:fld id="{00000000-1234-1234-1234-123412341234}" type="slidenum">
              <a:rPr lang="mn" smtClean="0"/>
              <a:pPr/>
              <a:t>7</a:t>
            </a:fld>
            <a:endParaRPr lang="mn"/>
          </a:p>
        </p:txBody>
      </p:sp>
    </p:spTree>
    <p:extLst>
      <p:ext uri="{BB962C8B-B14F-4D97-AF65-F5344CB8AC3E}">
        <p14:creationId xmlns:p14="http://schemas.microsoft.com/office/powerpoint/2010/main" val="1635525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C5049562-DAF4-6EFC-9DAE-DAB18ACE8095}"/>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1E77AFD3-9CDF-479A-D077-87A80DB4FADF}"/>
              </a:ext>
            </a:extLst>
          </p:cNvPr>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r>
              <a:rPr lang="en-US" b="1" cap="all" err="1">
                <a:latin typeface="Oswald"/>
                <a:sym typeface="Montserrat SemiBold"/>
              </a:rPr>
              <a:t>Ижил</a:t>
            </a:r>
            <a:r>
              <a:rPr lang="en-US" b="1" cap="all">
                <a:latin typeface="Oswald"/>
                <a:sym typeface="Montserrat SemiBold"/>
              </a:rPr>
              <a:t> </a:t>
            </a:r>
            <a:r>
              <a:rPr lang="en-US" b="1" cap="all" err="1">
                <a:latin typeface="Oswald"/>
                <a:sym typeface="Montserrat SemiBold"/>
              </a:rPr>
              <a:t>төстэй</a:t>
            </a:r>
            <a:r>
              <a:rPr lang="en-US" b="1" cap="all">
                <a:latin typeface="Oswald"/>
                <a:sym typeface="Montserrat SemiBold"/>
              </a:rPr>
              <a:t> </a:t>
            </a:r>
            <a:r>
              <a:rPr lang="en-US" b="1" cap="all" err="1">
                <a:latin typeface="Oswald"/>
                <a:sym typeface="Montserrat SemiBold"/>
              </a:rPr>
              <a:t>системийн</a:t>
            </a:r>
            <a:r>
              <a:rPr lang="en-US" b="1" cap="all">
                <a:latin typeface="Oswald"/>
                <a:sym typeface="Montserrat SemiBold"/>
              </a:rPr>
              <a:t> </a:t>
            </a:r>
            <a:r>
              <a:rPr lang="en-US" b="1" cap="all" err="1">
                <a:latin typeface="Oswald"/>
                <a:sym typeface="Montserrat SemiBold"/>
              </a:rPr>
              <a:t>судалгаа</a:t>
            </a:r>
            <a:endParaRPr lang="mn-MN" cap="all">
              <a:latin typeface="Oswald"/>
            </a:endParaRPr>
          </a:p>
          <a:p>
            <a:pPr>
              <a:lnSpc>
                <a:spcPct val="100000"/>
              </a:lnSpc>
              <a:spcBef>
                <a:spcPct val="0"/>
              </a:spcBef>
            </a:pPr>
            <a:endParaRPr lang="mn-MN" b="1" cap="all">
              <a:latin typeface="Oswald"/>
            </a:endParaRPr>
          </a:p>
        </p:txBody>
      </p:sp>
      <p:sp>
        <p:nvSpPr>
          <p:cNvPr id="5" name="Date Placeholder 4">
            <a:extLst>
              <a:ext uri="{FF2B5EF4-FFF2-40B4-BE49-F238E27FC236}">
                <a16:creationId xmlns:a16="http://schemas.microsoft.com/office/drawing/2014/main" id="{86F20536-7C35-E811-A003-D92ABB924657}"/>
              </a:ext>
            </a:extLst>
          </p:cNvPr>
          <p:cNvSpPr>
            <a:spLocks noGrp="1"/>
          </p:cNvSpPr>
          <p:nvPr>
            <p:ph type="dt" idx="10"/>
          </p:nvPr>
        </p:nvSpPr>
        <p:spPr/>
        <p:txBody>
          <a:bodyPr/>
          <a:lstStyle/>
          <a:p>
            <a:fld id="{3631BA11-B873-43E1-B5E5-099F01C0B2AF}" type="datetime1">
              <a:rPr lang="mn-MN" smtClean="0"/>
              <a:t>2026.04.07</a:t>
            </a:fld>
            <a:endParaRPr lang="mn-MN"/>
          </a:p>
        </p:txBody>
      </p:sp>
      <p:sp>
        <p:nvSpPr>
          <p:cNvPr id="6" name="Slide Number Placeholder 5">
            <a:extLst>
              <a:ext uri="{FF2B5EF4-FFF2-40B4-BE49-F238E27FC236}">
                <a16:creationId xmlns:a16="http://schemas.microsoft.com/office/drawing/2014/main" id="{CADFFACC-9587-ABA0-EAB3-D1C6AD895D7C}"/>
              </a:ext>
            </a:extLst>
          </p:cNvPr>
          <p:cNvSpPr>
            <a:spLocks noGrp="1"/>
          </p:cNvSpPr>
          <p:nvPr>
            <p:ph type="sldNum" idx="12"/>
          </p:nvPr>
        </p:nvSpPr>
        <p:spPr/>
        <p:txBody>
          <a:bodyPr/>
          <a:lstStyle/>
          <a:p>
            <a:fld id="{00000000-1234-1234-1234-123412341234}" type="slidenum">
              <a:rPr lang="mn" smtClean="0"/>
              <a:pPr/>
              <a:t>8</a:t>
            </a:fld>
            <a:endParaRPr lang="mn"/>
          </a:p>
        </p:txBody>
      </p:sp>
      <p:sp>
        <p:nvSpPr>
          <p:cNvPr id="4" name="Content Placeholder 5">
            <a:extLst>
              <a:ext uri="{FF2B5EF4-FFF2-40B4-BE49-F238E27FC236}">
                <a16:creationId xmlns:a16="http://schemas.microsoft.com/office/drawing/2014/main" id="{9561E5E6-8119-9977-C1D0-56577012E857}"/>
              </a:ext>
            </a:extLst>
          </p:cNvPr>
          <p:cNvSpPr txBox="1">
            <a:spLocks/>
          </p:cNvSpPr>
          <p:nvPr/>
        </p:nvSpPr>
        <p:spPr>
          <a:xfrm>
            <a:off x="414578" y="1153766"/>
            <a:ext cx="5042793" cy="469257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buNone/>
            </a:pPr>
            <a:r>
              <a:rPr lang="mn-MN" sz="1600" b="1">
                <a:solidFill>
                  <a:schemeClr val="tx1"/>
                </a:solidFill>
              </a:rPr>
              <a:t>Гадаадын </a:t>
            </a:r>
            <a:r>
              <a:rPr lang="mn" sz="1600" b="1">
                <a:solidFill>
                  <a:schemeClr val="tx1"/>
                </a:solidFill>
              </a:rPr>
              <a:t>системүүдтэи харьцуулсан судалгаа </a:t>
            </a:r>
            <a:endParaRPr lang="en-US" sz="1600" b="1">
              <a:solidFill>
                <a:schemeClr val="tx1"/>
              </a:solidFill>
            </a:endParaRPr>
          </a:p>
          <a:p>
            <a:pPr marL="285750" indent="-285750" defTabSz="914400"/>
            <a:r>
              <a:rPr lang="en-US" sz="1600" b="1">
                <a:solidFill>
                  <a:schemeClr val="tx1"/>
                </a:solidFill>
              </a:rPr>
              <a:t>booking.com</a:t>
            </a:r>
            <a:endParaRPr lang="mn" sz="1600" b="1">
              <a:solidFill>
                <a:schemeClr val="tx1"/>
              </a:solidFill>
            </a:endParaRPr>
          </a:p>
          <a:p>
            <a:r>
              <a:rPr lang="mn-MN" sz="1600"/>
              <a:t>Тус платформ нь зочид буудал, </a:t>
            </a:r>
            <a:r>
              <a:rPr lang="en-US" sz="1600"/>
              <a:t>apartment, guest house, hostel, resort, villa </a:t>
            </a:r>
            <a:r>
              <a:rPr lang="mn-MN" sz="1600"/>
              <a:t>зэрэг олон төрлийн байрны үйлчилгээний захиалгыг цахим хэлбэрээр зуучилдаг.Өнөөдрийн байдлаар </a:t>
            </a:r>
            <a:r>
              <a:rPr lang="en-US" sz="1600"/>
              <a:t>Booking.com </a:t>
            </a:r>
            <a:r>
              <a:rPr lang="mn-MN" sz="1600"/>
              <a:t>нь 220 гаруй улс, бүс нутагт үйл ажиллагаа явуулж, 28 сая гаруй байрны санал (</a:t>
            </a:r>
            <a:r>
              <a:rPr lang="en-US" sz="1600"/>
              <a:t>listing) </a:t>
            </a:r>
            <a:r>
              <a:rPr lang="mn-MN" sz="1600"/>
              <a:t>бүхий дэлхийн хэмжээний зах зээлийг бүрдүүлж байна. Платформ нь олон хэл, олон валютын дэмжлэгтэй бөгөөд дотоод, гадаадын аялагчдад хялбар, шуурхай захиалга хийх боломж олгодог.</a:t>
            </a:r>
          </a:p>
          <a:p>
            <a:pPr marL="126997" indent="0">
              <a:buNone/>
            </a:pPr>
            <a:endParaRPr lang="mn" sz="1600"/>
          </a:p>
          <a:p>
            <a:pPr marL="127000" indent="0" defTabSz="914400">
              <a:buNone/>
            </a:pPr>
            <a:endParaRPr lang="mn" sz="1600"/>
          </a:p>
          <a:p>
            <a:pPr marL="285750" indent="-285750" defTabSz="914400"/>
            <a:endParaRPr lang="mn" sz="1600" b="1"/>
          </a:p>
          <a:p>
            <a:pPr marL="0" indent="0" defTabSz="914400">
              <a:buNone/>
            </a:pPr>
            <a:endParaRPr lang="mn" sz="1600"/>
          </a:p>
          <a:p>
            <a:pPr marL="0" indent="0" defTabSz="914400">
              <a:buNone/>
            </a:pPr>
            <a:endParaRPr lang="mn" sz="1600"/>
          </a:p>
          <a:p>
            <a:pPr marL="0" indent="0" defTabSz="914400">
              <a:buNone/>
            </a:pPr>
            <a:br>
              <a:rPr lang="mn" sz="1200" b="1"/>
            </a:br>
            <a:r>
              <a:rPr lang="mn" sz="1200" b="1">
                <a:solidFill>
                  <a:schemeClr val="tx1"/>
                </a:solidFill>
              </a:rPr>
              <a:t> </a:t>
            </a:r>
            <a:endParaRPr lang="mn" b="1">
              <a:solidFill>
                <a:schemeClr val="tx1"/>
              </a:solidFill>
            </a:endParaRPr>
          </a:p>
          <a:p>
            <a:pPr marL="608965" indent="-481965" defTabSz="914400">
              <a:buNone/>
            </a:pPr>
            <a:endParaRPr lang="mn" sz="1600" b="1">
              <a:solidFill>
                <a:schemeClr val="tx1"/>
              </a:solidFill>
            </a:endParaRPr>
          </a:p>
          <a:p>
            <a:pPr marL="127000" indent="0" algn="just" defTabSz="914400">
              <a:buNone/>
            </a:pPr>
            <a:endParaRPr lang="mn" sz="1600">
              <a:solidFill>
                <a:schemeClr val="tx1"/>
              </a:solidFill>
            </a:endParaRPr>
          </a:p>
          <a:p>
            <a:pPr marL="608965" indent="-481965" algn="just" defTabSz="914400"/>
            <a:endParaRPr lang="mn" sz="1600">
              <a:solidFill>
                <a:schemeClr val="tx1"/>
              </a:solidFill>
            </a:endParaRPr>
          </a:p>
        </p:txBody>
      </p:sp>
      <p:pic>
        <p:nvPicPr>
          <p:cNvPr id="3" name="Picture 2">
            <a:extLst>
              <a:ext uri="{FF2B5EF4-FFF2-40B4-BE49-F238E27FC236}">
                <a16:creationId xmlns:a16="http://schemas.microsoft.com/office/drawing/2014/main" id="{8DFC74C1-47A5-D050-C49C-E30C80CEDDE8}"/>
              </a:ext>
            </a:extLst>
          </p:cNvPr>
          <p:cNvPicPr>
            <a:picLocks noChangeAspect="1"/>
          </p:cNvPicPr>
          <p:nvPr/>
        </p:nvPicPr>
        <p:blipFill>
          <a:blip r:embed="rId4"/>
          <a:stretch>
            <a:fillRect/>
          </a:stretch>
        </p:blipFill>
        <p:spPr>
          <a:xfrm>
            <a:off x="5392635" y="1306285"/>
            <a:ext cx="6692536" cy="4182835"/>
          </a:xfrm>
          <a:prstGeom prst="rect">
            <a:avLst/>
          </a:prstGeom>
        </p:spPr>
      </p:pic>
    </p:spTree>
    <p:extLst>
      <p:ext uri="{BB962C8B-B14F-4D97-AF65-F5344CB8AC3E}">
        <p14:creationId xmlns:p14="http://schemas.microsoft.com/office/powerpoint/2010/main" val="3738156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333B8673-26C1-9A10-CB6E-690D19582D85}"/>
            </a:ext>
          </a:extLst>
        </p:cNvPr>
        <p:cNvGrpSpPr/>
        <p:nvPr/>
      </p:nvGrpSpPr>
      <p:grpSpPr>
        <a:xfrm>
          <a:off x="0" y="0"/>
          <a:ext cx="0" cy="0"/>
          <a:chOff x="0" y="0"/>
          <a:chExt cx="0" cy="0"/>
        </a:xfrm>
      </p:grpSpPr>
      <p:sp>
        <p:nvSpPr>
          <p:cNvPr id="3" name="Content Placeholder 5">
            <a:extLst>
              <a:ext uri="{FF2B5EF4-FFF2-40B4-BE49-F238E27FC236}">
                <a16:creationId xmlns:a16="http://schemas.microsoft.com/office/drawing/2014/main" id="{46D1B465-3B21-41C4-C21D-62617B9B1315}"/>
              </a:ext>
            </a:extLst>
          </p:cNvPr>
          <p:cNvSpPr txBox="1">
            <a:spLocks/>
          </p:cNvSpPr>
          <p:nvPr/>
        </p:nvSpPr>
        <p:spPr>
          <a:xfrm>
            <a:off x="899331" y="790549"/>
            <a:ext cx="10400182" cy="4604044"/>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7000" indent="0" defTabSz="914400">
              <a:buNone/>
            </a:pPr>
            <a:r>
              <a:rPr lang="mn" sz="1600" b="1" kern="0">
                <a:latin typeface="montserrat"/>
                <a:ea typeface="Roboto"/>
                <a:cs typeface="+mn-lt"/>
              </a:rPr>
              <a:t>Давуу тал </a:t>
            </a:r>
            <a:endParaRPr lang="en-US"/>
          </a:p>
          <a:p>
            <a:r>
              <a:rPr lang="mn-MN" sz="1600"/>
              <a:t> Бүрэн автоматжсан захиалгын процесс (сул өрөө, огноо, баталгаажуулалт)</a:t>
            </a:r>
          </a:p>
          <a:p>
            <a:r>
              <a:rPr lang="mn-MN" sz="1600"/>
              <a:t>    Ашиглахад ойлгомжтой, хялбар</a:t>
            </a:r>
          </a:p>
          <a:p>
            <a:r>
              <a:rPr lang="mn-MN" sz="1600"/>
              <a:t>    Нарийвчилсан хайлт, шүүлтүүрийн боломж сайтай</a:t>
            </a:r>
          </a:p>
          <a:p>
            <a:r>
              <a:rPr lang="mn-MN" sz="1600"/>
              <a:t>    Үнэлгээ, сэтгэгдлийн ил тод системтэй</a:t>
            </a:r>
          </a:p>
          <a:p>
            <a:r>
              <a:rPr lang="mn-MN" sz="1600"/>
              <a:t>    Олон хэл, олон валютын дэмжлэгтэй</a:t>
            </a:r>
          </a:p>
          <a:p>
            <a:pPr marL="127000" indent="0" defTabSz="914400">
              <a:buNone/>
            </a:pPr>
            <a:r>
              <a:rPr lang="mn" sz="1600" b="1" kern="0">
                <a:latin typeface="montserrat"/>
                <a:ea typeface="Roboto"/>
                <a:cs typeface="+mn-lt"/>
              </a:rPr>
              <a:t> Сул тал </a:t>
            </a:r>
            <a:endParaRPr lang="mn" sz="1600" b="1">
              <a:latin typeface="montserrat"/>
              <a:ea typeface="Roboto"/>
            </a:endParaRPr>
          </a:p>
          <a:p>
            <a:r>
              <a:rPr lang="mn-MN" sz="1600"/>
              <a:t>Өндөр шимтгэл </a:t>
            </a:r>
            <a:r>
              <a:rPr lang="en-US" sz="1600"/>
              <a:t>Booking.com </a:t>
            </a:r>
            <a:r>
              <a:rPr lang="mn-MN" sz="1600"/>
              <a:t>нь байр эзэмшигчдээс 10–25 хувь хүртэлх</a:t>
            </a:r>
          </a:p>
          <a:p>
            <a:r>
              <a:rPr lang="mn-MN" sz="1600"/>
              <a:t>  шимтгэл авдаг бөгөөд энэ нь байрны эзэд болон хэрэглэгчдэд үнэд нө-</a:t>
            </a:r>
          </a:p>
          <a:p>
            <a:r>
              <a:rPr lang="mn-MN" sz="1600"/>
              <a:t>  лөөлж болзошгүй.</a:t>
            </a:r>
          </a:p>
          <a:p>
            <a:r>
              <a:rPr lang="mn-MN" sz="1600"/>
              <a:t>  \</a:t>
            </a:r>
            <a:r>
              <a:rPr lang="en-US" sz="1600"/>
              <a:t>item </a:t>
            </a:r>
            <a:r>
              <a:rPr lang="mn-MN" sz="1600"/>
              <a:t>Ихэвчлэн байр захиалгад төвлөрсөн тул соёл, ахуйн туршлагын аяллыг бүрэн тусгах нь хязгаарлагдмал.</a:t>
            </a:r>
          </a:p>
          <a:p>
            <a:r>
              <a:rPr lang="mn-MN" sz="1600"/>
              <a:t>  \</a:t>
            </a:r>
            <a:r>
              <a:rPr lang="en-US" sz="1600"/>
              <a:t>item </a:t>
            </a:r>
            <a:r>
              <a:rPr lang="mn-MN" sz="1600"/>
              <a:t>Цуцлалт, буцаалтын нөхцөл хатуу бөгөөд нэмэлт төлбөргүйгээр захиалга өөрчлөх боломж хязгаарлагдмал.</a:t>
            </a:r>
          </a:p>
          <a:p>
            <a:r>
              <a:rPr lang="mn-MN" sz="1600"/>
              <a:t>  \</a:t>
            </a:r>
            <a:r>
              <a:rPr lang="en-US" sz="1600"/>
              <a:t>item </a:t>
            </a:r>
            <a:r>
              <a:rPr lang="mn-MN" sz="1600"/>
              <a:t>Эхэнд харуулсан үнэ өөрчлөгдөх, нэмэлт далд төлбөр гарах боломжтой.</a:t>
            </a:r>
          </a:p>
          <a:p>
            <a:r>
              <a:rPr lang="mn-MN" sz="1600"/>
              <a:t>  \</a:t>
            </a:r>
            <a:r>
              <a:rPr lang="en-US" sz="1600"/>
              <a:t>item </a:t>
            </a:r>
            <a:r>
              <a:rPr lang="mn-MN" sz="1600"/>
              <a:t>Зочдын профайл, үнэлгээний систем хязгаарлагдмал тул эрсдэл нэмэгддэг.</a:t>
            </a:r>
          </a:p>
          <a:p>
            <a:r>
              <a:rPr lang="mn-MN" sz="1600"/>
              <a:t>  \</a:t>
            </a:r>
            <a:r>
              <a:rPr lang="en-US" sz="1600"/>
              <a:t>item </a:t>
            </a:r>
            <a:r>
              <a:rPr lang="mn-MN" sz="1600"/>
              <a:t>Хэрэглэгчдэд илүү гүйлгээ мөнгөний шинжтэй мэдрэмж төрүүлдэг бөгөөд </a:t>
            </a:r>
            <a:r>
              <a:rPr lang="en-US" sz="1600"/>
              <a:t>Airbnb </a:t>
            </a:r>
            <a:r>
              <a:rPr lang="mn-MN" sz="1600"/>
              <a:t>зэрэг платформын адил хэрэглэгчийн туршлага сул.</a:t>
            </a:r>
          </a:p>
          <a:p>
            <a:r>
              <a:rPr lang="mn-MN" sz="1600"/>
              <a:t>  \</a:t>
            </a:r>
            <a:r>
              <a:rPr lang="en-US" sz="1600"/>
              <a:t>item </a:t>
            </a:r>
            <a:r>
              <a:rPr lang="mn-MN" sz="1600"/>
              <a:t>Монголын нүүдэлчин ахуй, туршлагад суурилсан аяллын үйлчилгээ тусгай ангилал, шүүлтүүргүй.</a:t>
            </a:r>
          </a:p>
          <a:p>
            <a:r>
              <a:rPr lang="mn-MN" sz="1600"/>
              <a:t>  \</a:t>
            </a:r>
            <a:r>
              <a:rPr lang="en-US" sz="1600"/>
              <a:t>item </a:t>
            </a:r>
            <a:r>
              <a:rPr lang="mn-MN" sz="1600"/>
              <a:t>Хөдөө орон нутгийн малчин өрхүүд платформд бүртгэлгүй байх нь түгээмэл.</a:t>
            </a:r>
          </a:p>
          <a:p>
            <a:pPr marL="608965" indent="-481965" defTabSz="914400"/>
            <a:endParaRPr lang="mn" sz="1600" kern="0">
              <a:latin typeface="montserrat"/>
              <a:ea typeface="Roboto" panose="02000000000000000000" pitchFamily="2" charset="0"/>
              <a:cs typeface="+mn-lt"/>
            </a:endParaRPr>
          </a:p>
        </p:txBody>
      </p:sp>
      <p:sp>
        <p:nvSpPr>
          <p:cNvPr id="6" name="Date Placeholder 5">
            <a:extLst>
              <a:ext uri="{FF2B5EF4-FFF2-40B4-BE49-F238E27FC236}">
                <a16:creationId xmlns:a16="http://schemas.microsoft.com/office/drawing/2014/main" id="{27B2661D-ED2D-499C-6D53-B63A86838404}"/>
              </a:ext>
            </a:extLst>
          </p:cNvPr>
          <p:cNvSpPr>
            <a:spLocks noGrp="1"/>
          </p:cNvSpPr>
          <p:nvPr>
            <p:ph type="dt" idx="10"/>
          </p:nvPr>
        </p:nvSpPr>
        <p:spPr/>
        <p:txBody>
          <a:bodyPr/>
          <a:lstStyle/>
          <a:p>
            <a:fld id="{63168BC3-5C3C-40F2-8914-8FA4D074D3F2}" type="datetime1">
              <a:rPr lang="mn-MN" smtClean="0"/>
              <a:t>2026.04.07</a:t>
            </a:fld>
            <a:endParaRPr lang="mn-MN"/>
          </a:p>
        </p:txBody>
      </p:sp>
      <p:sp>
        <p:nvSpPr>
          <p:cNvPr id="7" name="Slide Number Placeholder 6">
            <a:extLst>
              <a:ext uri="{FF2B5EF4-FFF2-40B4-BE49-F238E27FC236}">
                <a16:creationId xmlns:a16="http://schemas.microsoft.com/office/drawing/2014/main" id="{D6EFBC88-C847-24FA-6247-A373CEFE1431}"/>
              </a:ext>
            </a:extLst>
          </p:cNvPr>
          <p:cNvSpPr>
            <a:spLocks noGrp="1"/>
          </p:cNvSpPr>
          <p:nvPr>
            <p:ph type="sldNum" idx="12"/>
          </p:nvPr>
        </p:nvSpPr>
        <p:spPr/>
        <p:txBody>
          <a:bodyPr/>
          <a:lstStyle/>
          <a:p>
            <a:fld id="{00000000-1234-1234-1234-123412341234}" type="slidenum">
              <a:rPr lang="mn" smtClean="0"/>
              <a:pPr/>
              <a:t>9</a:t>
            </a:fld>
            <a:endParaRPr lang="mn"/>
          </a:p>
        </p:txBody>
      </p:sp>
    </p:spTree>
    <p:extLst>
      <p:ext uri="{BB962C8B-B14F-4D97-AF65-F5344CB8AC3E}">
        <p14:creationId xmlns:p14="http://schemas.microsoft.com/office/powerpoint/2010/main" val="783464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912428" y="693337"/>
            <a:ext cx="10621246" cy="5070443"/>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a:buNone/>
            </a:pPr>
            <a:r>
              <a:rPr lang="az-Cyrl-AZ" sz="1600" b="1"/>
              <a:t>Гадаадын системүүдтэй харьцуулсан судалгаа </a:t>
            </a:r>
            <a:endParaRPr lang="en-US" sz="1600" b="1"/>
          </a:p>
          <a:p>
            <a:pPr marL="608965" indent="-481965">
              <a:buNone/>
            </a:pPr>
            <a:r>
              <a:rPr lang="az-Cyrl-AZ" sz="1600" b="1"/>
              <a:t>• Trazy ()</a:t>
            </a:r>
            <a:br>
              <a:rPr lang="az-Cyrl-AZ" sz="1600"/>
            </a:br>
            <a:r>
              <a:rPr lang="az-Cyrl-AZ" sz="1600"/>
              <a:t> Солонгосын дотоод аялал, үзвэр үйлчилгээ, соёлын арга хэмжээ, ам- ралтын багц зэрэг олон төрлийн бүтээгдэхүүнийг санал болгодог. Со- лонгосын залуучууд болон гадаад жуулчдад чиглэсэн үйлчилгээтэй. </a:t>
            </a:r>
          </a:p>
          <a:p>
            <a:pPr marL="608965" indent="-481965">
              <a:buNone/>
            </a:pPr>
            <a:r>
              <a:rPr lang="az-Cyrl-AZ" sz="1600"/>
              <a:t>•</a:t>
            </a:r>
            <a:r>
              <a:rPr lang="az-Cyrl-AZ" sz="1600" b="1"/>
              <a:t> Системиин ерөнхий модулиуд </a:t>
            </a:r>
          </a:p>
          <a:p>
            <a:pPr marL="127000" indent="0">
              <a:buNone/>
            </a:pPr>
            <a:endParaRPr lang="az-Cyrl-AZ"/>
          </a:p>
        </p:txBody>
      </p:sp>
      <p:sp>
        <p:nvSpPr>
          <p:cNvPr id="5" name="Date Placeholder 4">
            <a:extLst>
              <a:ext uri="{FF2B5EF4-FFF2-40B4-BE49-F238E27FC236}">
                <a16:creationId xmlns:a16="http://schemas.microsoft.com/office/drawing/2014/main" id="{1E80D781-9BF0-43C2-86D1-59663355D0D8}"/>
              </a:ext>
            </a:extLst>
          </p:cNvPr>
          <p:cNvSpPr>
            <a:spLocks noGrp="1"/>
          </p:cNvSpPr>
          <p:nvPr>
            <p:ph type="dt" idx="10"/>
          </p:nvPr>
        </p:nvSpPr>
        <p:spPr/>
        <p:txBody>
          <a:bodyPr/>
          <a:lstStyle/>
          <a:p>
            <a:fld id="{E501E085-0D59-4D29-A10F-4C6E2C8DA72E}" type="datetime1">
              <a:rPr lang="mn-MN" smtClean="0"/>
              <a:t>2026.04.07</a:t>
            </a:fld>
            <a:endParaRPr lang="mn-MN"/>
          </a:p>
        </p:txBody>
      </p:sp>
      <p:sp>
        <p:nvSpPr>
          <p:cNvPr id="6" name="Slide Number Placeholder 5">
            <a:extLst>
              <a:ext uri="{FF2B5EF4-FFF2-40B4-BE49-F238E27FC236}">
                <a16:creationId xmlns:a16="http://schemas.microsoft.com/office/drawing/2014/main" id="{D7DE0D09-D793-405E-8CB1-E6F675DBF75E}"/>
              </a:ext>
            </a:extLst>
          </p:cNvPr>
          <p:cNvSpPr>
            <a:spLocks noGrp="1"/>
          </p:cNvSpPr>
          <p:nvPr>
            <p:ph type="sldNum" idx="12"/>
          </p:nvPr>
        </p:nvSpPr>
        <p:spPr/>
        <p:txBody>
          <a:bodyPr/>
          <a:lstStyle/>
          <a:p>
            <a:fld id="{00000000-1234-1234-1234-123412341234}" type="slidenum">
              <a:rPr lang="mn" smtClean="0"/>
              <a:pPr/>
              <a:t>10</a:t>
            </a:fld>
            <a:endParaRPr lang="mn"/>
          </a:p>
        </p:txBody>
      </p:sp>
    </p:spTree>
    <p:extLst>
      <p:ext uri="{BB962C8B-B14F-4D97-AF65-F5344CB8AC3E}">
        <p14:creationId xmlns:p14="http://schemas.microsoft.com/office/powerpoint/2010/main" val="3810081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543164"/>
            <a:ext cx="11346689" cy="1490018"/>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Функциональ шаардлага</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412556" y="1546777"/>
            <a:ext cx="11694142" cy="4704683"/>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6997" indent="0">
              <a:buNone/>
            </a:pPr>
            <a:r>
              <a:rPr lang="mn-MN" b="1"/>
              <a:t>Админы функциональ шаардлага</a:t>
            </a:r>
          </a:p>
          <a:p>
            <a:r>
              <a:rPr lang="mn-MN"/>
              <a:t>Системд нэвтрэх </a:t>
            </a:r>
          </a:p>
          <a:p>
            <a:r>
              <a:rPr lang="mn-MN"/>
              <a:t>Хэрэглэгчийг удирдах </a:t>
            </a:r>
          </a:p>
          <a:p>
            <a:r>
              <a:rPr lang="mn-MN"/>
              <a:t>Лавлах бүртгэх, засварлах </a:t>
            </a:r>
          </a:p>
          <a:p>
            <a:r>
              <a:rPr lang="mn-MN"/>
              <a:t>Үйлчилгээний мэдээлэл удирдах </a:t>
            </a:r>
          </a:p>
          <a:p>
            <a:r>
              <a:rPr lang="mn-MN"/>
              <a:t>Захиалгын мэдээллийг удирдах </a:t>
            </a:r>
          </a:p>
          <a:p>
            <a:r>
              <a:rPr lang="mn-MN"/>
              <a:t>Тайлан гаргах </a:t>
            </a:r>
          </a:p>
          <a:p>
            <a:r>
              <a:rPr lang="mn-MN"/>
              <a:t>Системийн үйл ажиллагаа хянах </a:t>
            </a:r>
          </a:p>
          <a:p>
            <a:r>
              <a:rPr lang="mn-MN"/>
              <a:t>Гэрүүдийн жагсаалт харах </a:t>
            </a:r>
          </a:p>
          <a:p>
            <a:r>
              <a:rPr lang="mn-MN"/>
              <a:t>Захиалгын жагсаалт харах</a:t>
            </a:r>
          </a:p>
          <a:p>
            <a:pPr marL="127000" indent="0">
              <a:buNone/>
            </a:pPr>
            <a:endParaRPr lang="az-Cyrl-AZ"/>
          </a:p>
        </p:txBody>
      </p:sp>
      <p:sp>
        <p:nvSpPr>
          <p:cNvPr id="5" name="Date Placeholder 4">
            <a:extLst>
              <a:ext uri="{FF2B5EF4-FFF2-40B4-BE49-F238E27FC236}">
                <a16:creationId xmlns:a16="http://schemas.microsoft.com/office/drawing/2014/main" id="{1E80D781-9BF0-43C2-86D1-59663355D0D8}"/>
              </a:ext>
            </a:extLst>
          </p:cNvPr>
          <p:cNvSpPr>
            <a:spLocks noGrp="1"/>
          </p:cNvSpPr>
          <p:nvPr>
            <p:ph type="dt" idx="10"/>
          </p:nvPr>
        </p:nvSpPr>
        <p:spPr/>
        <p:txBody>
          <a:bodyPr/>
          <a:lstStyle/>
          <a:p>
            <a:fld id="{E501E085-0D59-4D29-A10F-4C6E2C8DA72E}" type="datetime1">
              <a:rPr lang="mn-MN" smtClean="0"/>
              <a:t>2026.04.07</a:t>
            </a:fld>
            <a:endParaRPr lang="mn-MN"/>
          </a:p>
        </p:txBody>
      </p:sp>
      <p:sp>
        <p:nvSpPr>
          <p:cNvPr id="6" name="Slide Number Placeholder 5">
            <a:extLst>
              <a:ext uri="{FF2B5EF4-FFF2-40B4-BE49-F238E27FC236}">
                <a16:creationId xmlns:a16="http://schemas.microsoft.com/office/drawing/2014/main" id="{D7DE0D09-D793-405E-8CB1-E6F675DBF75E}"/>
              </a:ext>
            </a:extLst>
          </p:cNvPr>
          <p:cNvSpPr>
            <a:spLocks noGrp="1"/>
          </p:cNvSpPr>
          <p:nvPr>
            <p:ph type="sldNum" idx="12"/>
          </p:nvPr>
        </p:nvSpPr>
        <p:spPr/>
        <p:txBody>
          <a:bodyPr/>
          <a:lstStyle/>
          <a:p>
            <a:fld id="{00000000-1234-1234-1234-123412341234}" type="slidenum">
              <a:rPr lang="mn" smtClean="0"/>
              <a:pPr/>
              <a:t>11</a:t>
            </a:fld>
            <a:endParaRPr lang="mn"/>
          </a:p>
        </p:txBody>
      </p:sp>
    </p:spTree>
    <p:extLst>
      <p:ext uri="{BB962C8B-B14F-4D97-AF65-F5344CB8AC3E}">
        <p14:creationId xmlns:p14="http://schemas.microsoft.com/office/powerpoint/2010/main" val="430108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DEB2D2FB-1B22-E64F-C994-5BEF894242DE}"/>
            </a:ext>
          </a:extLst>
        </p:cNvPr>
        <p:cNvGrpSpPr/>
        <p:nvPr/>
      </p:nvGrpSpPr>
      <p:grpSpPr>
        <a:xfrm>
          <a:off x="0" y="0"/>
          <a:ext cx="0" cy="0"/>
          <a:chOff x="0" y="0"/>
          <a:chExt cx="0" cy="0"/>
        </a:xfrm>
      </p:grpSpPr>
      <p:sp>
        <p:nvSpPr>
          <p:cNvPr id="3" name="Content Placeholder 5">
            <a:extLst>
              <a:ext uri="{FF2B5EF4-FFF2-40B4-BE49-F238E27FC236}">
                <a16:creationId xmlns:a16="http://schemas.microsoft.com/office/drawing/2014/main" id="{77CED4D0-E4B6-9167-AF36-6783BB3696C5}"/>
              </a:ext>
            </a:extLst>
          </p:cNvPr>
          <p:cNvSpPr txBox="1">
            <a:spLocks/>
          </p:cNvSpPr>
          <p:nvPr/>
        </p:nvSpPr>
        <p:spPr>
          <a:xfrm>
            <a:off x="412556" y="-20763"/>
            <a:ext cx="11694142" cy="4704683"/>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6997" indent="0">
              <a:buNone/>
            </a:pPr>
            <a:r>
              <a:rPr lang="mn-MN" b="1"/>
              <a:t>Түрээслэгчийн функциональ шаардлага</a:t>
            </a:r>
          </a:p>
          <a:p>
            <a:r>
              <a:rPr lang="mn-MN"/>
              <a:t>Системд бүртгүүлэх </a:t>
            </a:r>
          </a:p>
          <a:p>
            <a:r>
              <a:rPr lang="mn-MN"/>
              <a:t>Системд нэвтрэх </a:t>
            </a:r>
          </a:p>
          <a:p>
            <a:r>
              <a:rPr lang="mn-MN"/>
              <a:t>Монгол гэрийн мэдээллийг удирдах: </a:t>
            </a:r>
          </a:p>
          <a:p>
            <a:pPr lvl="1"/>
            <a:r>
              <a:rPr lang="mn-MN"/>
              <a:t>Монгол гэр бүртгэх (нэр, байршил, багтаамж, зураг, орны тоо, хоногийн үнэ, захиалах боломжтой өдөр) </a:t>
            </a:r>
          </a:p>
          <a:p>
            <a:pPr lvl="1"/>
            <a:r>
              <a:rPr lang="mn-MN"/>
              <a:t>Нэмэлт үйлчилгээ бүртгэх </a:t>
            </a:r>
          </a:p>
          <a:p>
            <a:pPr lvl="1"/>
            <a:r>
              <a:rPr lang="mn-MN"/>
              <a:t>Нэмэх, устгах </a:t>
            </a:r>
          </a:p>
          <a:p>
            <a:r>
              <a:rPr lang="mn-MN"/>
              <a:t>Захиалга удирдах: </a:t>
            </a:r>
          </a:p>
          <a:p>
            <a:pPr lvl="1"/>
            <a:r>
              <a:rPr lang="mn-MN"/>
              <a:t>Өөрийн Монгол гэрийн захиалгын жагсаалт харах </a:t>
            </a:r>
          </a:p>
          <a:p>
            <a:pPr lvl="1"/>
            <a:r>
              <a:rPr lang="mn-MN"/>
              <a:t>Захиалгын дэлгэрэнгүй харах </a:t>
            </a:r>
          </a:p>
          <a:p>
            <a:pPr lvl="1"/>
            <a:r>
              <a:rPr lang="mn-MN"/>
              <a:t>Захиалгын төлөв шинэчлэх </a:t>
            </a:r>
          </a:p>
          <a:p>
            <a:r>
              <a:rPr lang="mn-MN"/>
              <a:t>Үнэлгээ, санал хүсэлт: </a:t>
            </a:r>
          </a:p>
          <a:p>
            <a:pPr lvl="1"/>
            <a:r>
              <a:rPr lang="mn-MN"/>
              <a:t>Монгол гэрийн үнэлгээний дэлгэрэнгүй харах </a:t>
            </a:r>
          </a:p>
          <a:p>
            <a:pPr lvl="1"/>
            <a:r>
              <a:rPr lang="mn-MN"/>
              <a:t>Жуулчны санал хүсэлт харах </a:t>
            </a:r>
          </a:p>
          <a:p>
            <a:pPr lvl="1"/>
            <a:r>
              <a:rPr lang="mn-MN"/>
              <a:t>Санал хүсэлтийн дэлгэрэнгүй харах </a:t>
            </a:r>
          </a:p>
          <a:p>
            <a:r>
              <a:rPr lang="mn-MN"/>
              <a:t>Тайлан гаргах: </a:t>
            </a:r>
          </a:p>
          <a:p>
            <a:pPr lvl="1"/>
            <a:r>
              <a:rPr lang="mn-MN"/>
              <a:t>Орлогын тайлан</a:t>
            </a:r>
          </a:p>
          <a:p>
            <a:pPr marL="127000" indent="0">
              <a:buNone/>
            </a:pPr>
            <a:endParaRPr lang="az-Cyrl-AZ"/>
          </a:p>
        </p:txBody>
      </p:sp>
      <p:sp>
        <p:nvSpPr>
          <p:cNvPr id="5" name="Date Placeholder 4">
            <a:extLst>
              <a:ext uri="{FF2B5EF4-FFF2-40B4-BE49-F238E27FC236}">
                <a16:creationId xmlns:a16="http://schemas.microsoft.com/office/drawing/2014/main" id="{93C80C5B-2B0C-57FC-8E83-11BD3EEBC663}"/>
              </a:ext>
            </a:extLst>
          </p:cNvPr>
          <p:cNvSpPr>
            <a:spLocks noGrp="1"/>
          </p:cNvSpPr>
          <p:nvPr>
            <p:ph type="dt" idx="10"/>
          </p:nvPr>
        </p:nvSpPr>
        <p:spPr/>
        <p:txBody>
          <a:bodyPr/>
          <a:lstStyle/>
          <a:p>
            <a:fld id="{E501E085-0D59-4D29-A10F-4C6E2C8DA72E}" type="datetime1">
              <a:rPr lang="mn-MN" smtClean="0"/>
              <a:t>2026.04.07</a:t>
            </a:fld>
            <a:endParaRPr lang="mn-MN"/>
          </a:p>
        </p:txBody>
      </p:sp>
      <p:sp>
        <p:nvSpPr>
          <p:cNvPr id="6" name="Slide Number Placeholder 5">
            <a:extLst>
              <a:ext uri="{FF2B5EF4-FFF2-40B4-BE49-F238E27FC236}">
                <a16:creationId xmlns:a16="http://schemas.microsoft.com/office/drawing/2014/main" id="{1D98B111-479E-DDE9-703F-627B16F570E4}"/>
              </a:ext>
            </a:extLst>
          </p:cNvPr>
          <p:cNvSpPr>
            <a:spLocks noGrp="1"/>
          </p:cNvSpPr>
          <p:nvPr>
            <p:ph type="sldNum" idx="12"/>
          </p:nvPr>
        </p:nvSpPr>
        <p:spPr/>
        <p:txBody>
          <a:bodyPr/>
          <a:lstStyle/>
          <a:p>
            <a:fld id="{00000000-1234-1234-1234-123412341234}" type="slidenum">
              <a:rPr lang="mn" smtClean="0"/>
              <a:pPr/>
              <a:t>12</a:t>
            </a:fld>
            <a:endParaRPr lang="mn"/>
          </a:p>
        </p:txBody>
      </p:sp>
    </p:spTree>
    <p:extLst>
      <p:ext uri="{BB962C8B-B14F-4D97-AF65-F5344CB8AC3E}">
        <p14:creationId xmlns:p14="http://schemas.microsoft.com/office/powerpoint/2010/main" val="3136479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8508459C-9CCE-333D-6568-EA415349D5D5}"/>
            </a:ext>
          </a:extLst>
        </p:cNvPr>
        <p:cNvGrpSpPr/>
        <p:nvPr/>
      </p:nvGrpSpPr>
      <p:grpSpPr>
        <a:xfrm>
          <a:off x="0" y="0"/>
          <a:ext cx="0" cy="0"/>
          <a:chOff x="0" y="0"/>
          <a:chExt cx="0" cy="0"/>
        </a:xfrm>
      </p:grpSpPr>
      <p:sp>
        <p:nvSpPr>
          <p:cNvPr id="3" name="Content Placeholder 5">
            <a:extLst>
              <a:ext uri="{FF2B5EF4-FFF2-40B4-BE49-F238E27FC236}">
                <a16:creationId xmlns:a16="http://schemas.microsoft.com/office/drawing/2014/main" id="{71F5206F-C647-355F-20FE-CD2B8F755E07}"/>
              </a:ext>
            </a:extLst>
          </p:cNvPr>
          <p:cNvSpPr txBox="1">
            <a:spLocks/>
          </p:cNvSpPr>
          <p:nvPr/>
        </p:nvSpPr>
        <p:spPr>
          <a:xfrm>
            <a:off x="412556" y="182437"/>
            <a:ext cx="11694142" cy="4704683"/>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6997" indent="0">
              <a:buNone/>
            </a:pPr>
            <a:r>
              <a:rPr lang="mn-MN" b="1"/>
              <a:t>Жуулчны функциональ шаардлага</a:t>
            </a:r>
          </a:p>
          <a:p>
            <a:r>
              <a:rPr lang="mn-MN"/>
              <a:t>Системд бүртгүүлэх </a:t>
            </a:r>
          </a:p>
          <a:p>
            <a:r>
              <a:rPr lang="mn-MN"/>
              <a:t>Системд нэвтрэх </a:t>
            </a:r>
          </a:p>
          <a:p>
            <a:r>
              <a:rPr lang="mn-MN"/>
              <a:t>Монгол гэрийн жагсаалт харах </a:t>
            </a:r>
          </a:p>
          <a:p>
            <a:r>
              <a:rPr lang="mn-MN"/>
              <a:t>Монгол гэрийн дэлгэрэнгүй мэдээлэл харах </a:t>
            </a:r>
          </a:p>
          <a:p>
            <a:r>
              <a:rPr lang="mn-MN"/>
              <a:t>Монгол гэр хайх: </a:t>
            </a:r>
          </a:p>
          <a:p>
            <a:pPr lvl="1"/>
            <a:r>
              <a:rPr lang="mn-MN"/>
              <a:t>Байршлаар хайх </a:t>
            </a:r>
          </a:p>
          <a:p>
            <a:pPr lvl="1"/>
            <a:r>
              <a:rPr lang="mn-MN"/>
              <a:t>Түрээслэх боломжтой огноогоор хайх </a:t>
            </a:r>
          </a:p>
          <a:p>
            <a:pPr lvl="1"/>
            <a:r>
              <a:rPr lang="mn-MN"/>
              <a:t>Монгол гэрийн нэрээр хайх </a:t>
            </a:r>
          </a:p>
          <a:p>
            <a:r>
              <a:rPr lang="mn-MN"/>
              <a:t>Захиалга бүртгэх </a:t>
            </a:r>
          </a:p>
          <a:p>
            <a:r>
              <a:rPr lang="mn-MN"/>
              <a:t>Төлбөр хийх </a:t>
            </a:r>
          </a:p>
          <a:p>
            <a:r>
              <a:rPr lang="mn-MN"/>
              <a:t>Монгол гэрт үнэлгээ өгөх </a:t>
            </a:r>
          </a:p>
          <a:p>
            <a:r>
              <a:rPr lang="mn-MN"/>
              <a:t>Санал хүсэлт илгээх </a:t>
            </a:r>
          </a:p>
          <a:p>
            <a:r>
              <a:rPr lang="mn-MN"/>
              <a:t>Өөрийн захиалгын жагсаалт харах </a:t>
            </a:r>
          </a:p>
          <a:p>
            <a:r>
              <a:rPr lang="mn-MN"/>
              <a:t>Өөрийн захиалгын дэлгэрэнгүй харах</a:t>
            </a:r>
          </a:p>
          <a:p>
            <a:pPr marL="127000" indent="0">
              <a:buNone/>
            </a:pPr>
            <a:endParaRPr lang="az-Cyrl-AZ"/>
          </a:p>
        </p:txBody>
      </p:sp>
      <p:sp>
        <p:nvSpPr>
          <p:cNvPr id="5" name="Date Placeholder 4">
            <a:extLst>
              <a:ext uri="{FF2B5EF4-FFF2-40B4-BE49-F238E27FC236}">
                <a16:creationId xmlns:a16="http://schemas.microsoft.com/office/drawing/2014/main" id="{9661A680-58E9-019B-0CEF-21E8E64117C8}"/>
              </a:ext>
            </a:extLst>
          </p:cNvPr>
          <p:cNvSpPr>
            <a:spLocks noGrp="1"/>
          </p:cNvSpPr>
          <p:nvPr>
            <p:ph type="dt" idx="10"/>
          </p:nvPr>
        </p:nvSpPr>
        <p:spPr/>
        <p:txBody>
          <a:bodyPr/>
          <a:lstStyle/>
          <a:p>
            <a:fld id="{E501E085-0D59-4D29-A10F-4C6E2C8DA72E}" type="datetime1">
              <a:rPr lang="mn-MN" smtClean="0"/>
              <a:t>2026.04.07</a:t>
            </a:fld>
            <a:endParaRPr lang="mn-MN"/>
          </a:p>
        </p:txBody>
      </p:sp>
      <p:sp>
        <p:nvSpPr>
          <p:cNvPr id="6" name="Slide Number Placeholder 5">
            <a:extLst>
              <a:ext uri="{FF2B5EF4-FFF2-40B4-BE49-F238E27FC236}">
                <a16:creationId xmlns:a16="http://schemas.microsoft.com/office/drawing/2014/main" id="{A1FDA9FB-8E65-53B4-B1DE-073AB8AB8E04}"/>
              </a:ext>
            </a:extLst>
          </p:cNvPr>
          <p:cNvSpPr>
            <a:spLocks noGrp="1"/>
          </p:cNvSpPr>
          <p:nvPr>
            <p:ph type="sldNum" idx="12"/>
          </p:nvPr>
        </p:nvSpPr>
        <p:spPr/>
        <p:txBody>
          <a:bodyPr/>
          <a:lstStyle/>
          <a:p>
            <a:fld id="{00000000-1234-1234-1234-123412341234}" type="slidenum">
              <a:rPr lang="mn" smtClean="0"/>
              <a:pPr/>
              <a:t>13</a:t>
            </a:fld>
            <a:endParaRPr lang="mn"/>
          </a:p>
        </p:txBody>
      </p:sp>
    </p:spTree>
    <p:extLst>
      <p:ext uri="{BB962C8B-B14F-4D97-AF65-F5344CB8AC3E}">
        <p14:creationId xmlns:p14="http://schemas.microsoft.com/office/powerpoint/2010/main" val="1211157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Техник, програм хангамжийн шаардлага</a:t>
            </a:r>
            <a:endParaRPr lang="en-US" cap="all">
              <a:latin typeface="Oswald"/>
            </a:endParaRPr>
          </a:p>
        </p:txBody>
      </p:sp>
      <p:sp>
        <p:nvSpPr>
          <p:cNvPr id="5" name="Date Placeholder 4">
            <a:extLst>
              <a:ext uri="{FF2B5EF4-FFF2-40B4-BE49-F238E27FC236}">
                <a16:creationId xmlns:a16="http://schemas.microsoft.com/office/drawing/2014/main" id="{527C2D85-0191-4BF3-A3A5-2F1199BAC398}"/>
              </a:ext>
            </a:extLst>
          </p:cNvPr>
          <p:cNvSpPr>
            <a:spLocks noGrp="1"/>
          </p:cNvSpPr>
          <p:nvPr>
            <p:ph type="dt" idx="10"/>
          </p:nvPr>
        </p:nvSpPr>
        <p:spPr/>
        <p:txBody>
          <a:bodyPr/>
          <a:lstStyle/>
          <a:p>
            <a:fld id="{3CFF65C6-0BFC-44C1-9BC3-0D6A06340C31}" type="datetime1">
              <a:rPr lang="mn-MN" smtClean="0"/>
              <a:t>2026.04.07</a:t>
            </a:fld>
            <a:endParaRPr lang="mn-MN"/>
          </a:p>
        </p:txBody>
      </p:sp>
      <p:sp>
        <p:nvSpPr>
          <p:cNvPr id="6" name="Slide Number Placeholder 5">
            <a:extLst>
              <a:ext uri="{FF2B5EF4-FFF2-40B4-BE49-F238E27FC236}">
                <a16:creationId xmlns:a16="http://schemas.microsoft.com/office/drawing/2014/main" id="{085AA0EA-E8F5-440F-A8B3-467F79009AF8}"/>
              </a:ext>
            </a:extLst>
          </p:cNvPr>
          <p:cNvSpPr>
            <a:spLocks noGrp="1"/>
          </p:cNvSpPr>
          <p:nvPr>
            <p:ph type="sldNum" idx="12"/>
          </p:nvPr>
        </p:nvSpPr>
        <p:spPr/>
        <p:txBody>
          <a:bodyPr/>
          <a:lstStyle/>
          <a:p>
            <a:fld id="{00000000-1234-1234-1234-123412341234}" type="slidenum">
              <a:rPr lang="mn" smtClean="0"/>
              <a:pPr/>
              <a:t>14</a:t>
            </a:fld>
            <a:endParaRPr lang="mn"/>
          </a:p>
        </p:txBody>
      </p:sp>
      <p:sp>
        <p:nvSpPr>
          <p:cNvPr id="12" name="Content Placeholder 5">
            <a:extLst>
              <a:ext uri="{FF2B5EF4-FFF2-40B4-BE49-F238E27FC236}">
                <a16:creationId xmlns:a16="http://schemas.microsoft.com/office/drawing/2014/main" id="{EF085DDD-2A9D-D6C4-3331-6BF85B3334AA}"/>
              </a:ext>
            </a:extLst>
          </p:cNvPr>
          <p:cNvSpPr txBox="1">
            <a:spLocks/>
          </p:cNvSpPr>
          <p:nvPr/>
        </p:nvSpPr>
        <p:spPr>
          <a:xfrm>
            <a:off x="0" y="1076658"/>
            <a:ext cx="11694142" cy="465648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6997" indent="0">
              <a:buNone/>
            </a:pPr>
            <a:endParaRPr lang="mn-MN" b="1"/>
          </a:p>
          <a:p>
            <a:r>
              <a:rPr lang="mn-MN"/>
              <a:t>Хэрэглэгчдэд ойлгомжтой, хэрэглэхэд хялбар интерфэйстэй байх </a:t>
            </a:r>
          </a:p>
          <a:p>
            <a:r>
              <a:rPr lang="mn-MN"/>
              <a:t>Систем нь олон хэл дээр ажиллах боломжтой байх </a:t>
            </a:r>
          </a:p>
          <a:p>
            <a:r>
              <a:rPr lang="mn-MN"/>
              <a:t>Системийг тогтмол шинэчлэх, сайжруулах боломжтой архитектуртай байх </a:t>
            </a:r>
          </a:p>
          <a:p>
            <a:r>
              <a:rPr lang="mn-MN"/>
              <a:t>Хэрэглэгчийн санал хүсэлтэд тулгуурлан хөгжүүлэлт хийх уян хатан бүтэцтэй байх </a:t>
            </a:r>
          </a:p>
          <a:p>
            <a:r>
              <a:rPr lang="mn-MN"/>
              <a:t>Нэгэн зэрэг олон хэрэглэгчийн хандалтыг сааталгүйгээр хүлээн авах чадвартай байх</a:t>
            </a:r>
            <a:endParaRPr lang="en-US"/>
          </a:p>
          <a:p>
            <a:r>
              <a:rPr lang="mn-MN"/>
              <a:t>Процессор: </a:t>
            </a:r>
            <a:r>
              <a:rPr lang="en-US"/>
              <a:t>Intel Core i7 </a:t>
            </a:r>
            <a:r>
              <a:rPr lang="mn-MN"/>
              <a:t>болон түүнээс дээш хүчтэй</a:t>
            </a:r>
            <a:endParaRPr lang="en-US"/>
          </a:p>
          <a:p>
            <a:r>
              <a:rPr lang="en-US"/>
              <a:t>RAM: </a:t>
            </a:r>
            <a:r>
              <a:rPr lang="mn-MN"/>
              <a:t>Хамгийн багадаа 16</a:t>
            </a:r>
            <a:r>
              <a:rPr lang="en-US"/>
              <a:t>GB</a:t>
            </a:r>
          </a:p>
          <a:p>
            <a:r>
              <a:rPr lang="ru-RU"/>
              <a:t>Хадгалах зай: Том өгөгдлийн багцыг хадгалах боломжтой</a:t>
            </a:r>
            <a:endParaRPr lang="en-US"/>
          </a:p>
          <a:p>
            <a:endParaRPr lang="mn-MN"/>
          </a:p>
        </p:txBody>
      </p:sp>
    </p:spTree>
    <p:extLst>
      <p:ext uri="{BB962C8B-B14F-4D97-AF65-F5344CB8AC3E}">
        <p14:creationId xmlns:p14="http://schemas.microsoft.com/office/powerpoint/2010/main" val="4114137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Оролт гаралтын төхөөрөмжийн шаардлага</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986059"/>
            <a:ext cx="10400182" cy="519351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64E9E148-E0DC-435A-8111-E9186FBF3C63}"/>
              </a:ext>
            </a:extLst>
          </p:cNvPr>
          <p:cNvSpPr>
            <a:spLocks noGrp="1"/>
          </p:cNvSpPr>
          <p:nvPr>
            <p:ph type="dt" idx="10"/>
          </p:nvPr>
        </p:nvSpPr>
        <p:spPr/>
        <p:txBody>
          <a:bodyPr/>
          <a:lstStyle/>
          <a:p>
            <a:fld id="{A570018E-7902-40AD-BAFD-ACF0B23E678A}" type="datetime1">
              <a:rPr lang="mn-MN" smtClean="0"/>
              <a:t>2026.04.07</a:t>
            </a:fld>
            <a:endParaRPr lang="mn-MN"/>
          </a:p>
        </p:txBody>
      </p:sp>
      <p:sp>
        <p:nvSpPr>
          <p:cNvPr id="6" name="Slide Number Placeholder 5">
            <a:extLst>
              <a:ext uri="{FF2B5EF4-FFF2-40B4-BE49-F238E27FC236}">
                <a16:creationId xmlns:a16="http://schemas.microsoft.com/office/drawing/2014/main" id="{05C4C784-773A-420C-B4B9-B80B47FFB7BC}"/>
              </a:ext>
            </a:extLst>
          </p:cNvPr>
          <p:cNvSpPr>
            <a:spLocks noGrp="1"/>
          </p:cNvSpPr>
          <p:nvPr>
            <p:ph type="sldNum" idx="12"/>
          </p:nvPr>
        </p:nvSpPr>
        <p:spPr/>
        <p:txBody>
          <a:bodyPr/>
          <a:lstStyle/>
          <a:p>
            <a:fld id="{00000000-1234-1234-1234-123412341234}" type="slidenum">
              <a:rPr lang="mn" smtClean="0"/>
              <a:pPr/>
              <a:t>15</a:t>
            </a:fld>
            <a:endParaRPr lang="mn"/>
          </a:p>
        </p:txBody>
      </p:sp>
      <p:pic>
        <p:nvPicPr>
          <p:cNvPr id="4" name="Picture 3">
            <a:extLst>
              <a:ext uri="{FF2B5EF4-FFF2-40B4-BE49-F238E27FC236}">
                <a16:creationId xmlns:a16="http://schemas.microsoft.com/office/drawing/2014/main" id="{3D9D4699-95E5-0637-B7C2-4D3B0EA9A636}"/>
              </a:ext>
            </a:extLst>
          </p:cNvPr>
          <p:cNvPicPr>
            <a:picLocks noChangeAspect="1"/>
          </p:cNvPicPr>
          <p:nvPr/>
        </p:nvPicPr>
        <p:blipFill>
          <a:blip r:embed="rId4"/>
          <a:stretch>
            <a:fillRect/>
          </a:stretch>
        </p:blipFill>
        <p:spPr>
          <a:xfrm>
            <a:off x="3501891" y="1196860"/>
            <a:ext cx="5188217" cy="4464279"/>
          </a:xfrm>
          <a:prstGeom prst="rect">
            <a:avLst/>
          </a:prstGeom>
        </p:spPr>
      </p:pic>
    </p:spTree>
    <p:extLst>
      <p:ext uri="{BB962C8B-B14F-4D97-AF65-F5344CB8AC3E}">
        <p14:creationId xmlns:p14="http://schemas.microsoft.com/office/powerpoint/2010/main" val="2624434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Юүз кэйс</a:t>
            </a:r>
            <a:r>
              <a:rPr lang="en-US" b="1" cap="all">
                <a:latin typeface="Oswald"/>
                <a:sym typeface="Montserrat SemiBold"/>
              </a:rPr>
              <a:t> </a:t>
            </a:r>
            <a:r>
              <a:rPr lang="mn-MN" b="1" cap="all">
                <a:latin typeface="Oswald"/>
                <a:sym typeface="Montserrat SemiBold"/>
              </a:rPr>
              <a:t>диаграм</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986059"/>
            <a:ext cx="10400182" cy="519351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735ACF58-04B7-4FCA-A856-80B10F023009}"/>
              </a:ext>
            </a:extLst>
          </p:cNvPr>
          <p:cNvSpPr>
            <a:spLocks noGrp="1"/>
          </p:cNvSpPr>
          <p:nvPr>
            <p:ph type="dt" idx="10"/>
          </p:nvPr>
        </p:nvSpPr>
        <p:spPr/>
        <p:txBody>
          <a:bodyPr/>
          <a:lstStyle/>
          <a:p>
            <a:fld id="{555C20AC-10B9-461B-BC56-CA0D4E7E56BF}" type="datetime1">
              <a:rPr lang="mn-MN" smtClean="0"/>
              <a:t>2026.04.07</a:t>
            </a:fld>
            <a:endParaRPr lang="mn-MN"/>
          </a:p>
        </p:txBody>
      </p:sp>
      <p:sp>
        <p:nvSpPr>
          <p:cNvPr id="6" name="Slide Number Placeholder 5">
            <a:extLst>
              <a:ext uri="{FF2B5EF4-FFF2-40B4-BE49-F238E27FC236}">
                <a16:creationId xmlns:a16="http://schemas.microsoft.com/office/drawing/2014/main" id="{55A52FF1-2296-4C49-96D9-D4E7957589BA}"/>
              </a:ext>
            </a:extLst>
          </p:cNvPr>
          <p:cNvSpPr>
            <a:spLocks noGrp="1"/>
          </p:cNvSpPr>
          <p:nvPr>
            <p:ph type="sldNum" idx="12"/>
          </p:nvPr>
        </p:nvSpPr>
        <p:spPr/>
        <p:txBody>
          <a:bodyPr/>
          <a:lstStyle/>
          <a:p>
            <a:fld id="{00000000-1234-1234-1234-123412341234}" type="slidenum">
              <a:rPr lang="mn" smtClean="0"/>
              <a:pPr/>
              <a:t>16</a:t>
            </a:fld>
            <a:endParaRPr lang="mn"/>
          </a:p>
        </p:txBody>
      </p:sp>
      <p:pic>
        <p:nvPicPr>
          <p:cNvPr id="7" name="Picture 6">
            <a:extLst>
              <a:ext uri="{FF2B5EF4-FFF2-40B4-BE49-F238E27FC236}">
                <a16:creationId xmlns:a16="http://schemas.microsoft.com/office/drawing/2014/main" id="{9A63B452-A2E0-45E6-740D-062701AE5BF1}"/>
              </a:ext>
            </a:extLst>
          </p:cNvPr>
          <p:cNvPicPr>
            <a:picLocks noChangeAspect="1"/>
          </p:cNvPicPr>
          <p:nvPr/>
        </p:nvPicPr>
        <p:blipFill>
          <a:blip r:embed="rId4"/>
          <a:stretch>
            <a:fillRect/>
          </a:stretch>
        </p:blipFill>
        <p:spPr>
          <a:xfrm>
            <a:off x="3908964" y="0"/>
            <a:ext cx="4374071" cy="6858000"/>
          </a:xfrm>
          <a:prstGeom prst="rect">
            <a:avLst/>
          </a:prstGeom>
        </p:spPr>
      </p:pic>
    </p:spTree>
    <p:extLst>
      <p:ext uri="{BB962C8B-B14F-4D97-AF65-F5344CB8AC3E}">
        <p14:creationId xmlns:p14="http://schemas.microsoft.com/office/powerpoint/2010/main" val="3812198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Бизнес процессийн диаграм</a:t>
            </a:r>
            <a:endParaRPr lang="en-US"/>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1A4F5B86-0E81-4477-BF8E-8F12AD0A153E}"/>
              </a:ext>
            </a:extLst>
          </p:cNvPr>
          <p:cNvSpPr>
            <a:spLocks noGrp="1"/>
          </p:cNvSpPr>
          <p:nvPr>
            <p:ph type="dt" idx="10"/>
          </p:nvPr>
        </p:nvSpPr>
        <p:spPr/>
        <p:txBody>
          <a:bodyPr/>
          <a:lstStyle/>
          <a:p>
            <a:fld id="{09D1174F-8245-4B6B-8254-C58D5B6167B0}" type="datetime1">
              <a:rPr lang="mn-MN" smtClean="0"/>
              <a:t>2026.04.07</a:t>
            </a:fld>
            <a:endParaRPr lang="mn-MN"/>
          </a:p>
        </p:txBody>
      </p:sp>
      <p:sp>
        <p:nvSpPr>
          <p:cNvPr id="6" name="Slide Number Placeholder 5">
            <a:extLst>
              <a:ext uri="{FF2B5EF4-FFF2-40B4-BE49-F238E27FC236}">
                <a16:creationId xmlns:a16="http://schemas.microsoft.com/office/drawing/2014/main" id="{32DE28B7-EB39-4A4E-97BB-DA10468C6F54}"/>
              </a:ext>
            </a:extLst>
          </p:cNvPr>
          <p:cNvSpPr>
            <a:spLocks noGrp="1"/>
          </p:cNvSpPr>
          <p:nvPr>
            <p:ph type="sldNum" idx="12"/>
          </p:nvPr>
        </p:nvSpPr>
        <p:spPr/>
        <p:txBody>
          <a:bodyPr/>
          <a:lstStyle/>
          <a:p>
            <a:fld id="{00000000-1234-1234-1234-123412341234}" type="slidenum">
              <a:rPr lang="mn" smtClean="0"/>
              <a:pPr/>
              <a:t>17</a:t>
            </a:fld>
            <a:endParaRPr lang="mn"/>
          </a:p>
        </p:txBody>
      </p:sp>
      <p:pic>
        <p:nvPicPr>
          <p:cNvPr id="7" name="Picture 6">
            <a:extLst>
              <a:ext uri="{FF2B5EF4-FFF2-40B4-BE49-F238E27FC236}">
                <a16:creationId xmlns:a16="http://schemas.microsoft.com/office/drawing/2014/main" id="{08CC5FDC-A92F-F3C0-DEBB-56737FA5AE10}"/>
              </a:ext>
            </a:extLst>
          </p:cNvPr>
          <p:cNvPicPr>
            <a:picLocks noChangeAspect="1"/>
          </p:cNvPicPr>
          <p:nvPr/>
        </p:nvPicPr>
        <p:blipFill>
          <a:blip r:embed="rId4"/>
          <a:stretch>
            <a:fillRect/>
          </a:stretch>
        </p:blipFill>
        <p:spPr>
          <a:xfrm>
            <a:off x="493486" y="1314784"/>
            <a:ext cx="11466286" cy="4514136"/>
          </a:xfrm>
          <a:prstGeom prst="rect">
            <a:avLst/>
          </a:prstGeom>
        </p:spPr>
      </p:pic>
    </p:spTree>
    <p:extLst>
      <p:ext uri="{BB962C8B-B14F-4D97-AF65-F5344CB8AC3E}">
        <p14:creationId xmlns:p14="http://schemas.microsoft.com/office/powerpoint/2010/main" val="3405947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Дарааллын диаграм</a:t>
            </a:r>
            <a:br>
              <a:rPr lang="mn-MN" b="1" cap="all">
                <a:latin typeface="Oswald"/>
              </a:rPr>
            </a:br>
            <a:r>
              <a:rPr lang="mn-MN" cap="all">
                <a:latin typeface="Oswald"/>
              </a:rPr>
              <a:t>Захиалга өгөх</a:t>
            </a:r>
            <a:endParaRPr lang="mn-MN">
              <a:solidFill>
                <a:schemeClr val="tx1"/>
              </a:solidFill>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CC25D00F-10E3-434C-8A64-E7618CEAB963}"/>
              </a:ext>
            </a:extLst>
          </p:cNvPr>
          <p:cNvSpPr>
            <a:spLocks noGrp="1"/>
          </p:cNvSpPr>
          <p:nvPr>
            <p:ph type="dt" idx="10"/>
          </p:nvPr>
        </p:nvSpPr>
        <p:spPr/>
        <p:txBody>
          <a:bodyPr/>
          <a:lstStyle/>
          <a:p>
            <a:fld id="{BF825B08-69FF-4B4F-B94F-F5518DA08942}" type="datetime1">
              <a:rPr lang="mn-MN" smtClean="0"/>
              <a:t>2026.04.07</a:t>
            </a:fld>
            <a:endParaRPr lang="mn-MN"/>
          </a:p>
        </p:txBody>
      </p:sp>
      <p:sp>
        <p:nvSpPr>
          <p:cNvPr id="6" name="Slide Number Placeholder 5">
            <a:extLst>
              <a:ext uri="{FF2B5EF4-FFF2-40B4-BE49-F238E27FC236}">
                <a16:creationId xmlns:a16="http://schemas.microsoft.com/office/drawing/2014/main" id="{0CEAD3A0-10E2-4D27-9A22-07DE9A2DAF7F}"/>
              </a:ext>
            </a:extLst>
          </p:cNvPr>
          <p:cNvSpPr>
            <a:spLocks noGrp="1"/>
          </p:cNvSpPr>
          <p:nvPr>
            <p:ph type="sldNum" idx="12"/>
          </p:nvPr>
        </p:nvSpPr>
        <p:spPr/>
        <p:txBody>
          <a:bodyPr/>
          <a:lstStyle/>
          <a:p>
            <a:fld id="{00000000-1234-1234-1234-123412341234}" type="slidenum">
              <a:rPr lang="mn" smtClean="0"/>
              <a:pPr/>
              <a:t>18</a:t>
            </a:fld>
            <a:endParaRPr lang="mn"/>
          </a:p>
        </p:txBody>
      </p:sp>
      <p:pic>
        <p:nvPicPr>
          <p:cNvPr id="7" name="Picture 6">
            <a:extLst>
              <a:ext uri="{FF2B5EF4-FFF2-40B4-BE49-F238E27FC236}">
                <a16:creationId xmlns:a16="http://schemas.microsoft.com/office/drawing/2014/main" id="{CE26E665-DA72-BF63-2F1F-6D81ACB2E477}"/>
              </a:ext>
            </a:extLst>
          </p:cNvPr>
          <p:cNvPicPr>
            <a:picLocks noChangeAspect="1"/>
          </p:cNvPicPr>
          <p:nvPr/>
        </p:nvPicPr>
        <p:blipFill>
          <a:blip r:embed="rId4"/>
          <a:stretch>
            <a:fillRect/>
          </a:stretch>
        </p:blipFill>
        <p:spPr>
          <a:xfrm>
            <a:off x="4236626" y="319315"/>
            <a:ext cx="7405416" cy="5949723"/>
          </a:xfrm>
          <a:prstGeom prst="rect">
            <a:avLst/>
          </a:prstGeom>
        </p:spPr>
      </p:pic>
    </p:spTree>
    <p:extLst>
      <p:ext uri="{BB962C8B-B14F-4D97-AF65-F5344CB8AC3E}">
        <p14:creationId xmlns:p14="http://schemas.microsoft.com/office/powerpoint/2010/main" val="1457797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ERd диаграм</a:t>
            </a:r>
            <a:br>
              <a:rPr lang="mn-MN" b="1" cap="all">
                <a:latin typeface="Oswald"/>
              </a:rPr>
            </a:br>
            <a:endParaRPr lang="mn-MN">
              <a:solidFill>
                <a:schemeClr val="tx1"/>
              </a:solidFill>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CF253460-2BE6-419E-8ADB-21F670ABE454}"/>
              </a:ext>
            </a:extLst>
          </p:cNvPr>
          <p:cNvSpPr>
            <a:spLocks noGrp="1"/>
          </p:cNvSpPr>
          <p:nvPr>
            <p:ph type="dt" idx="10"/>
          </p:nvPr>
        </p:nvSpPr>
        <p:spPr/>
        <p:txBody>
          <a:bodyPr/>
          <a:lstStyle/>
          <a:p>
            <a:fld id="{4FEB0D6E-F948-4E1B-A285-B56FEC3130AA}" type="datetime1">
              <a:rPr lang="mn-MN" smtClean="0"/>
              <a:t>2026.04.07</a:t>
            </a:fld>
            <a:endParaRPr lang="mn-MN"/>
          </a:p>
        </p:txBody>
      </p:sp>
      <p:sp>
        <p:nvSpPr>
          <p:cNvPr id="6" name="Slide Number Placeholder 5">
            <a:extLst>
              <a:ext uri="{FF2B5EF4-FFF2-40B4-BE49-F238E27FC236}">
                <a16:creationId xmlns:a16="http://schemas.microsoft.com/office/drawing/2014/main" id="{6A028354-8EB4-4FD6-9457-19ED8A25B7D0}"/>
              </a:ext>
            </a:extLst>
          </p:cNvPr>
          <p:cNvSpPr>
            <a:spLocks noGrp="1"/>
          </p:cNvSpPr>
          <p:nvPr>
            <p:ph type="sldNum" idx="12"/>
          </p:nvPr>
        </p:nvSpPr>
        <p:spPr/>
        <p:txBody>
          <a:bodyPr/>
          <a:lstStyle/>
          <a:p>
            <a:fld id="{00000000-1234-1234-1234-123412341234}" type="slidenum">
              <a:rPr lang="mn" smtClean="0"/>
              <a:pPr/>
              <a:t>19</a:t>
            </a:fld>
            <a:endParaRPr lang="mn"/>
          </a:p>
        </p:txBody>
      </p:sp>
      <p:pic>
        <p:nvPicPr>
          <p:cNvPr id="7" name="Picture 6">
            <a:extLst>
              <a:ext uri="{FF2B5EF4-FFF2-40B4-BE49-F238E27FC236}">
                <a16:creationId xmlns:a16="http://schemas.microsoft.com/office/drawing/2014/main" id="{6F17BCBD-7792-74B3-D336-72667DCF35DC}"/>
              </a:ext>
            </a:extLst>
          </p:cNvPr>
          <p:cNvPicPr>
            <a:picLocks noChangeAspect="1"/>
          </p:cNvPicPr>
          <p:nvPr/>
        </p:nvPicPr>
        <p:blipFill>
          <a:blip r:embed="rId4"/>
          <a:stretch>
            <a:fillRect/>
          </a:stretch>
        </p:blipFill>
        <p:spPr>
          <a:xfrm>
            <a:off x="3091543" y="162887"/>
            <a:ext cx="8447313" cy="5848856"/>
          </a:xfrm>
          <a:prstGeom prst="rect">
            <a:avLst/>
          </a:prstGeom>
        </p:spPr>
      </p:pic>
    </p:spTree>
    <p:extLst>
      <p:ext uri="{BB962C8B-B14F-4D97-AF65-F5344CB8AC3E}">
        <p14:creationId xmlns:p14="http://schemas.microsoft.com/office/powerpoint/2010/main" val="1549343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B4F0BF2F-9C4C-18CA-6E99-CAA0CBDF7669}"/>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3C72D3C9-4174-D455-611A-8C2B3A9C419F}"/>
              </a:ext>
            </a:extLst>
          </p:cNvPr>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Класс диаграм</a:t>
            </a:r>
            <a:br>
              <a:rPr lang="mn-MN" b="1" cap="all">
                <a:latin typeface="Oswald"/>
              </a:rPr>
            </a:br>
            <a:endParaRPr lang="mn-MN">
              <a:solidFill>
                <a:schemeClr val="tx1"/>
              </a:solidFill>
            </a:endParaRPr>
          </a:p>
        </p:txBody>
      </p:sp>
      <p:sp>
        <p:nvSpPr>
          <p:cNvPr id="3" name="Content Placeholder 5">
            <a:extLst>
              <a:ext uri="{FF2B5EF4-FFF2-40B4-BE49-F238E27FC236}">
                <a16:creationId xmlns:a16="http://schemas.microsoft.com/office/drawing/2014/main" id="{8A6126D3-BCB3-30A7-59FC-482AFBDF0A56}"/>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DA34DCCE-D479-87D1-0FC7-4B839C30031C}"/>
              </a:ext>
            </a:extLst>
          </p:cNvPr>
          <p:cNvSpPr>
            <a:spLocks noGrp="1"/>
          </p:cNvSpPr>
          <p:nvPr>
            <p:ph type="dt" idx="10"/>
          </p:nvPr>
        </p:nvSpPr>
        <p:spPr/>
        <p:txBody>
          <a:bodyPr/>
          <a:lstStyle/>
          <a:p>
            <a:fld id="{4FEB0D6E-F948-4E1B-A285-B56FEC3130AA}" type="datetime1">
              <a:rPr lang="mn-MN" smtClean="0"/>
              <a:t>2026.04.07</a:t>
            </a:fld>
            <a:endParaRPr lang="mn-MN"/>
          </a:p>
        </p:txBody>
      </p:sp>
      <p:sp>
        <p:nvSpPr>
          <p:cNvPr id="6" name="Slide Number Placeholder 5">
            <a:extLst>
              <a:ext uri="{FF2B5EF4-FFF2-40B4-BE49-F238E27FC236}">
                <a16:creationId xmlns:a16="http://schemas.microsoft.com/office/drawing/2014/main" id="{19F7F797-00DA-1B47-754A-1071D0123533}"/>
              </a:ext>
            </a:extLst>
          </p:cNvPr>
          <p:cNvSpPr>
            <a:spLocks noGrp="1"/>
          </p:cNvSpPr>
          <p:nvPr>
            <p:ph type="sldNum" idx="12"/>
          </p:nvPr>
        </p:nvSpPr>
        <p:spPr/>
        <p:txBody>
          <a:bodyPr/>
          <a:lstStyle/>
          <a:p>
            <a:fld id="{00000000-1234-1234-1234-123412341234}" type="slidenum">
              <a:rPr lang="mn" smtClean="0"/>
              <a:pPr/>
              <a:t>20</a:t>
            </a:fld>
            <a:endParaRPr lang="mn"/>
          </a:p>
        </p:txBody>
      </p:sp>
      <p:pic>
        <p:nvPicPr>
          <p:cNvPr id="7" name="Picture 6">
            <a:extLst>
              <a:ext uri="{FF2B5EF4-FFF2-40B4-BE49-F238E27FC236}">
                <a16:creationId xmlns:a16="http://schemas.microsoft.com/office/drawing/2014/main" id="{366B99DB-898E-CD30-054F-55A90BE862A8}"/>
              </a:ext>
            </a:extLst>
          </p:cNvPr>
          <p:cNvPicPr>
            <a:picLocks noChangeAspect="1"/>
          </p:cNvPicPr>
          <p:nvPr/>
        </p:nvPicPr>
        <p:blipFill>
          <a:blip r:embed="rId4"/>
          <a:stretch>
            <a:fillRect/>
          </a:stretch>
        </p:blipFill>
        <p:spPr>
          <a:xfrm>
            <a:off x="3944483" y="360590"/>
            <a:ext cx="6276975" cy="5962650"/>
          </a:xfrm>
          <a:prstGeom prst="rect">
            <a:avLst/>
          </a:prstGeom>
        </p:spPr>
      </p:pic>
    </p:spTree>
    <p:extLst>
      <p:ext uri="{BB962C8B-B14F-4D97-AF65-F5344CB8AC3E}">
        <p14:creationId xmlns:p14="http://schemas.microsoft.com/office/powerpoint/2010/main" val="1901272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Дэлгэцийн зохиомж</a:t>
            </a:r>
            <a:br>
              <a:rPr lang="mn-MN" b="1" cap="all">
                <a:latin typeface="Oswald"/>
                <a:sym typeface="Montserrat SemiBold"/>
              </a:rPr>
            </a:br>
            <a:r>
              <a:rPr lang="mn-MN">
                <a:solidFill>
                  <a:schemeClr val="tx1"/>
                </a:solidFill>
              </a:rPr>
              <a:t>Үндсэн дэлгэц</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EB2F2384-DFD0-4FD6-AA24-1A8FCDC19818}"/>
              </a:ext>
            </a:extLst>
          </p:cNvPr>
          <p:cNvSpPr>
            <a:spLocks noGrp="1"/>
          </p:cNvSpPr>
          <p:nvPr>
            <p:ph type="dt" idx="10"/>
          </p:nvPr>
        </p:nvSpPr>
        <p:spPr/>
        <p:txBody>
          <a:bodyPr/>
          <a:lstStyle/>
          <a:p>
            <a:fld id="{F914C1D0-8DE8-495C-9A30-D618AF58DA06}" type="datetime1">
              <a:rPr lang="mn-MN" smtClean="0"/>
              <a:t>2026.04.07</a:t>
            </a:fld>
            <a:endParaRPr lang="mn-MN"/>
          </a:p>
        </p:txBody>
      </p:sp>
      <p:sp>
        <p:nvSpPr>
          <p:cNvPr id="6" name="Slide Number Placeholder 5">
            <a:extLst>
              <a:ext uri="{FF2B5EF4-FFF2-40B4-BE49-F238E27FC236}">
                <a16:creationId xmlns:a16="http://schemas.microsoft.com/office/drawing/2014/main" id="{CCADEDDD-2499-487C-A49C-C32FAC445772}"/>
              </a:ext>
            </a:extLst>
          </p:cNvPr>
          <p:cNvSpPr>
            <a:spLocks noGrp="1"/>
          </p:cNvSpPr>
          <p:nvPr>
            <p:ph type="sldNum" idx="12"/>
          </p:nvPr>
        </p:nvSpPr>
        <p:spPr/>
        <p:txBody>
          <a:bodyPr/>
          <a:lstStyle/>
          <a:p>
            <a:fld id="{00000000-1234-1234-1234-123412341234}" type="slidenum">
              <a:rPr lang="mn" smtClean="0"/>
              <a:pPr/>
              <a:t>21</a:t>
            </a:fld>
            <a:endParaRPr lang="mn"/>
          </a:p>
        </p:txBody>
      </p:sp>
      <p:pic>
        <p:nvPicPr>
          <p:cNvPr id="2" name="Picture 1">
            <a:extLst>
              <a:ext uri="{FF2B5EF4-FFF2-40B4-BE49-F238E27FC236}">
                <a16:creationId xmlns:a16="http://schemas.microsoft.com/office/drawing/2014/main" id="{C72235C2-38B7-5921-F317-07E0D443A6D6}"/>
              </a:ext>
            </a:extLst>
          </p:cNvPr>
          <p:cNvPicPr>
            <a:picLocks noChangeAspect="1"/>
          </p:cNvPicPr>
          <p:nvPr/>
        </p:nvPicPr>
        <p:blipFill>
          <a:blip r:embed="rId4"/>
          <a:stretch>
            <a:fillRect/>
          </a:stretch>
        </p:blipFill>
        <p:spPr>
          <a:xfrm>
            <a:off x="1276203" y="1511101"/>
            <a:ext cx="8827325" cy="4685277"/>
          </a:xfrm>
          <a:prstGeom prst="rect">
            <a:avLst/>
          </a:prstGeom>
        </p:spPr>
      </p:pic>
    </p:spTree>
    <p:extLst>
      <p:ext uri="{BB962C8B-B14F-4D97-AF65-F5344CB8AC3E}">
        <p14:creationId xmlns:p14="http://schemas.microsoft.com/office/powerpoint/2010/main" val="1602505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Дэлгэцийн зохиомж</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AC16C85C-0D1D-4545-BFA4-5B7CA83F4F2F}"/>
              </a:ext>
            </a:extLst>
          </p:cNvPr>
          <p:cNvSpPr>
            <a:spLocks noGrp="1"/>
          </p:cNvSpPr>
          <p:nvPr>
            <p:ph type="dt" idx="10"/>
          </p:nvPr>
        </p:nvSpPr>
        <p:spPr/>
        <p:txBody>
          <a:bodyPr/>
          <a:lstStyle/>
          <a:p>
            <a:fld id="{0AFF7A7A-76E8-4AF5-A9A2-B0A0D26D5F3B}" type="datetime1">
              <a:rPr lang="mn-MN" smtClean="0"/>
              <a:t>2026.04.07</a:t>
            </a:fld>
            <a:endParaRPr lang="mn-MN"/>
          </a:p>
        </p:txBody>
      </p:sp>
      <p:sp>
        <p:nvSpPr>
          <p:cNvPr id="6" name="Slide Number Placeholder 5">
            <a:extLst>
              <a:ext uri="{FF2B5EF4-FFF2-40B4-BE49-F238E27FC236}">
                <a16:creationId xmlns:a16="http://schemas.microsoft.com/office/drawing/2014/main" id="{8A7FC1CC-ED08-4CB9-9C27-F6336984BF5F}"/>
              </a:ext>
            </a:extLst>
          </p:cNvPr>
          <p:cNvSpPr>
            <a:spLocks noGrp="1"/>
          </p:cNvSpPr>
          <p:nvPr>
            <p:ph type="sldNum" idx="12"/>
          </p:nvPr>
        </p:nvSpPr>
        <p:spPr/>
        <p:txBody>
          <a:bodyPr/>
          <a:lstStyle/>
          <a:p>
            <a:fld id="{00000000-1234-1234-1234-123412341234}" type="slidenum">
              <a:rPr lang="mn" smtClean="0"/>
              <a:pPr/>
              <a:t>22</a:t>
            </a:fld>
            <a:endParaRPr lang="mn"/>
          </a:p>
        </p:txBody>
      </p:sp>
      <p:pic>
        <p:nvPicPr>
          <p:cNvPr id="4" name="Picture 3">
            <a:extLst>
              <a:ext uri="{FF2B5EF4-FFF2-40B4-BE49-F238E27FC236}">
                <a16:creationId xmlns:a16="http://schemas.microsoft.com/office/drawing/2014/main" id="{31AC5370-4F74-1882-4D73-9803587D189C}"/>
              </a:ext>
            </a:extLst>
          </p:cNvPr>
          <p:cNvPicPr>
            <a:picLocks noChangeAspect="1"/>
          </p:cNvPicPr>
          <p:nvPr/>
        </p:nvPicPr>
        <p:blipFill>
          <a:blip r:embed="rId4"/>
          <a:stretch>
            <a:fillRect/>
          </a:stretch>
        </p:blipFill>
        <p:spPr>
          <a:xfrm>
            <a:off x="1375953" y="1172543"/>
            <a:ext cx="9462893" cy="4954820"/>
          </a:xfrm>
          <a:prstGeom prst="rect">
            <a:avLst/>
          </a:prstGeom>
        </p:spPr>
      </p:pic>
    </p:spTree>
    <p:extLst>
      <p:ext uri="{BB962C8B-B14F-4D97-AF65-F5344CB8AC3E}">
        <p14:creationId xmlns:p14="http://schemas.microsoft.com/office/powerpoint/2010/main" val="2397587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Дэлгэцийн зохиомж</a:t>
            </a:r>
            <a:br>
              <a:rPr lang="mn-MN" b="1" cap="all">
                <a:latin typeface="Oswald"/>
                <a:sym typeface="Montserrat SemiBold"/>
              </a:rPr>
            </a:br>
            <a:r>
              <a:rPr lang="mn-MN">
                <a:solidFill>
                  <a:schemeClr val="tx1"/>
                </a:solidFill>
              </a:rPr>
              <a:t>Гэрийн дэлгэрэнгүй мэдээлэл</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EF5448A9-272A-4EE1-9C23-12DDCE449667}"/>
              </a:ext>
            </a:extLst>
          </p:cNvPr>
          <p:cNvSpPr>
            <a:spLocks noGrp="1"/>
          </p:cNvSpPr>
          <p:nvPr>
            <p:ph type="dt" idx="10"/>
          </p:nvPr>
        </p:nvSpPr>
        <p:spPr/>
        <p:txBody>
          <a:bodyPr/>
          <a:lstStyle/>
          <a:p>
            <a:fld id="{8613858E-F36D-40DA-884B-8F1F9581205D}" type="datetime1">
              <a:rPr lang="mn-MN" smtClean="0"/>
              <a:t>2026.04.07</a:t>
            </a:fld>
            <a:endParaRPr lang="mn-MN"/>
          </a:p>
        </p:txBody>
      </p:sp>
      <p:sp>
        <p:nvSpPr>
          <p:cNvPr id="6" name="Slide Number Placeholder 5">
            <a:extLst>
              <a:ext uri="{FF2B5EF4-FFF2-40B4-BE49-F238E27FC236}">
                <a16:creationId xmlns:a16="http://schemas.microsoft.com/office/drawing/2014/main" id="{86E0A265-7DD4-4BC0-9E85-C936904EC051}"/>
              </a:ext>
            </a:extLst>
          </p:cNvPr>
          <p:cNvSpPr>
            <a:spLocks noGrp="1"/>
          </p:cNvSpPr>
          <p:nvPr>
            <p:ph type="sldNum" idx="12"/>
          </p:nvPr>
        </p:nvSpPr>
        <p:spPr/>
        <p:txBody>
          <a:bodyPr/>
          <a:lstStyle/>
          <a:p>
            <a:fld id="{00000000-1234-1234-1234-123412341234}" type="slidenum">
              <a:rPr lang="mn" smtClean="0"/>
              <a:pPr/>
              <a:t>23</a:t>
            </a:fld>
            <a:endParaRPr lang="mn"/>
          </a:p>
        </p:txBody>
      </p:sp>
      <p:pic>
        <p:nvPicPr>
          <p:cNvPr id="4" name="Picture 3">
            <a:extLst>
              <a:ext uri="{FF2B5EF4-FFF2-40B4-BE49-F238E27FC236}">
                <a16:creationId xmlns:a16="http://schemas.microsoft.com/office/drawing/2014/main" id="{705AF2AE-E805-0C14-8206-13C73B249294}"/>
              </a:ext>
            </a:extLst>
          </p:cNvPr>
          <p:cNvPicPr>
            <a:picLocks noChangeAspect="1"/>
          </p:cNvPicPr>
          <p:nvPr/>
        </p:nvPicPr>
        <p:blipFill>
          <a:blip r:embed="rId4"/>
          <a:stretch>
            <a:fillRect/>
          </a:stretch>
        </p:blipFill>
        <p:spPr>
          <a:xfrm>
            <a:off x="2116182" y="1587139"/>
            <a:ext cx="8367786" cy="4602282"/>
          </a:xfrm>
          <a:prstGeom prst="rect">
            <a:avLst/>
          </a:prstGeom>
        </p:spPr>
      </p:pic>
    </p:spTree>
    <p:extLst>
      <p:ext uri="{BB962C8B-B14F-4D97-AF65-F5344CB8AC3E}">
        <p14:creationId xmlns:p14="http://schemas.microsoft.com/office/powerpoint/2010/main" val="1920973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Дүгнэлт</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986059"/>
            <a:ext cx="10400182" cy="519351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r>
              <a:rPr lang="mn" sz="2000" kern="0">
                <a:ea typeface="Roboto"/>
                <a:cs typeface="+mn-lt"/>
              </a:rPr>
              <a:t>Машин сургалт ашиглан өвчнийг шинж тэмдгээр нь урьдчилан таамаглах веб системийг хөгжүүлснээр нь өгөгдөлд суурилан эрүүл мэндийн салбарт өвчнийг эрт оношилох, цаг алдалгүй эмчлэх, эрүүл мэндийн зардалыг бууруулах,  өвчтөнийг эмчилэх үйл явцыг туслах, хурдасгахад  туслана.  </a:t>
            </a:r>
            <a:endParaRPr lang="mn-MN" sz="2000" kern="0">
              <a:latin typeface="Roboto" panose="02000000000000000000" pitchFamily="2" charset="0"/>
              <a:ea typeface="Roboto" panose="02000000000000000000" pitchFamily="2" charset="0"/>
              <a:cs typeface="+mn-lt"/>
            </a:endParaRPr>
          </a:p>
          <a:p>
            <a:pPr marL="127000" indent="0" defTabSz="914400">
              <a:lnSpc>
                <a:spcPct val="100000"/>
              </a:lnSpc>
              <a:buNone/>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DCF82874-11B0-463B-A8BD-7A19B31C6818}"/>
              </a:ext>
            </a:extLst>
          </p:cNvPr>
          <p:cNvSpPr>
            <a:spLocks noGrp="1"/>
          </p:cNvSpPr>
          <p:nvPr>
            <p:ph type="dt" idx="10"/>
          </p:nvPr>
        </p:nvSpPr>
        <p:spPr/>
        <p:txBody>
          <a:bodyPr/>
          <a:lstStyle/>
          <a:p>
            <a:fld id="{A3BEC838-81E7-4AB9-853C-0E86234D4166}" type="datetime1">
              <a:rPr lang="mn-MN" smtClean="0"/>
              <a:t>2026.04.07</a:t>
            </a:fld>
            <a:endParaRPr lang="mn-MN"/>
          </a:p>
        </p:txBody>
      </p:sp>
      <p:sp>
        <p:nvSpPr>
          <p:cNvPr id="6" name="Slide Number Placeholder 5">
            <a:extLst>
              <a:ext uri="{FF2B5EF4-FFF2-40B4-BE49-F238E27FC236}">
                <a16:creationId xmlns:a16="http://schemas.microsoft.com/office/drawing/2014/main" id="{E660A846-76B0-4CF6-9A3E-FE251029B1CA}"/>
              </a:ext>
            </a:extLst>
          </p:cNvPr>
          <p:cNvSpPr>
            <a:spLocks noGrp="1"/>
          </p:cNvSpPr>
          <p:nvPr>
            <p:ph type="sldNum" idx="12"/>
          </p:nvPr>
        </p:nvSpPr>
        <p:spPr/>
        <p:txBody>
          <a:bodyPr/>
          <a:lstStyle/>
          <a:p>
            <a:fld id="{00000000-1234-1234-1234-123412341234}" type="slidenum">
              <a:rPr lang="mn" smtClean="0"/>
              <a:pPr/>
              <a:t>24</a:t>
            </a:fld>
            <a:endParaRPr lang="mn"/>
          </a:p>
        </p:txBody>
      </p:sp>
    </p:spTree>
    <p:extLst>
      <p:ext uri="{BB962C8B-B14F-4D97-AF65-F5344CB8AC3E}">
        <p14:creationId xmlns:p14="http://schemas.microsoft.com/office/powerpoint/2010/main" val="424293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88" name="Google Shape;88;p14"/>
          <p:cNvSpPr txBox="1"/>
          <p:nvPr/>
        </p:nvSpPr>
        <p:spPr>
          <a:xfrm>
            <a:off x="898065" y="2774857"/>
            <a:ext cx="10093377" cy="1314263"/>
          </a:xfrm>
          <a:prstGeom prst="rect">
            <a:avLst/>
          </a:prstGeom>
          <a:noFill/>
          <a:ln>
            <a:noFill/>
          </a:ln>
        </p:spPr>
        <p:txBody>
          <a:bodyPr spcFirstLastPara="1" wrap="square" lIns="91433" tIns="45700" rIns="91433" bIns="45700" anchor="t" anchorCtr="0">
            <a:noAutofit/>
          </a:bodyPr>
          <a:lstStyle/>
          <a:p>
            <a:pPr algn="ctr">
              <a:lnSpc>
                <a:spcPct val="114999"/>
              </a:lnSpc>
            </a:pPr>
            <a:r>
              <a:rPr lang="mn-MN" sz="3200" b="1">
                <a:solidFill>
                  <a:srgbClr val="1F1A6C"/>
                </a:solidFill>
                <a:latin typeface="Open Sans" panose="020B0606030504020204" pitchFamily="34" charset="0"/>
                <a:ea typeface="Open Sans" panose="020B0606030504020204" pitchFamily="34" charset="0"/>
                <a:cs typeface="Open Sans" panose="020B0606030504020204" pitchFamily="34" charset="0"/>
                <a:sym typeface="Montserrat"/>
              </a:rPr>
              <a:t>АНХААРАЛ ТАВЬСАНД БАЯРЛАЛАА</a:t>
            </a:r>
            <a:r>
              <a:rPr lang="en-US" sz="3200" b="1">
                <a:solidFill>
                  <a:srgbClr val="1F1A6C"/>
                </a:solidFill>
                <a:latin typeface="Open Sans" panose="020B0606030504020204" pitchFamily="34" charset="0"/>
                <a:ea typeface="Open Sans" panose="020B0606030504020204" pitchFamily="34" charset="0"/>
                <a:cs typeface="Open Sans" panose="020B0606030504020204" pitchFamily="34" charset="0"/>
                <a:sym typeface="Montserrat"/>
              </a:rPr>
              <a:t>!</a:t>
            </a:r>
            <a:endParaRPr lang="mn-MN" sz="3200" b="1">
              <a:solidFill>
                <a:srgbClr val="1F1A6C"/>
              </a:solidFill>
              <a:latin typeface="Open Sans" panose="020B0606030504020204" pitchFamily="34" charset="0"/>
              <a:ea typeface="Open Sans" panose="020B0606030504020204" pitchFamily="34" charset="0"/>
              <a:cs typeface="Open Sans" panose="020B0606030504020204" pitchFamily="34" charset="0"/>
              <a:sym typeface="Montserrat"/>
            </a:endParaRPr>
          </a:p>
        </p:txBody>
      </p:sp>
    </p:spTree>
    <p:extLst>
      <p:ext uri="{BB962C8B-B14F-4D97-AF65-F5344CB8AC3E}">
        <p14:creationId xmlns:p14="http://schemas.microsoft.com/office/powerpoint/2010/main" val="1000660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Тайлангийн зохиомж</a:t>
            </a:r>
            <a:br>
              <a:rPr lang="mn-MN" b="1" cap="all">
                <a:latin typeface="Oswald"/>
                <a:sym typeface="Montserrat SemiBold"/>
              </a:rPr>
            </a:br>
            <a:r>
              <a:rPr lang="mn-MN">
                <a:solidFill>
                  <a:schemeClr val="tx1"/>
                </a:solidFill>
              </a:rPr>
              <a:t>Борлуулалтын баримт</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AF3719A8-E046-4BFF-8C79-74BBEEA1D064}"/>
              </a:ext>
            </a:extLst>
          </p:cNvPr>
          <p:cNvSpPr>
            <a:spLocks noGrp="1"/>
          </p:cNvSpPr>
          <p:nvPr>
            <p:ph type="dt" idx="10"/>
          </p:nvPr>
        </p:nvSpPr>
        <p:spPr/>
        <p:txBody>
          <a:bodyPr/>
          <a:lstStyle/>
          <a:p>
            <a:fld id="{C6245F76-B371-4787-87E2-54BBA65F3C55}" type="datetime1">
              <a:rPr lang="mn-MN" smtClean="0"/>
              <a:t>2026.04.07</a:t>
            </a:fld>
            <a:endParaRPr lang="mn-MN"/>
          </a:p>
        </p:txBody>
      </p:sp>
      <p:sp>
        <p:nvSpPr>
          <p:cNvPr id="6" name="Slide Number Placeholder 5">
            <a:extLst>
              <a:ext uri="{FF2B5EF4-FFF2-40B4-BE49-F238E27FC236}">
                <a16:creationId xmlns:a16="http://schemas.microsoft.com/office/drawing/2014/main" id="{330E317D-CDA9-4BAA-B56C-7D88E0793F43}"/>
              </a:ext>
            </a:extLst>
          </p:cNvPr>
          <p:cNvSpPr>
            <a:spLocks noGrp="1"/>
          </p:cNvSpPr>
          <p:nvPr>
            <p:ph type="sldNum" idx="12"/>
          </p:nvPr>
        </p:nvSpPr>
        <p:spPr/>
        <p:txBody>
          <a:bodyPr/>
          <a:lstStyle/>
          <a:p>
            <a:fld id="{00000000-1234-1234-1234-123412341234}" type="slidenum">
              <a:rPr lang="mn" smtClean="0"/>
              <a:pPr/>
              <a:t>26</a:t>
            </a:fld>
            <a:endParaRPr lang="mn"/>
          </a:p>
        </p:txBody>
      </p:sp>
    </p:spTree>
    <p:extLst>
      <p:ext uri="{BB962C8B-B14F-4D97-AF65-F5344CB8AC3E}">
        <p14:creationId xmlns:p14="http://schemas.microsoft.com/office/powerpoint/2010/main" val="898980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Тайлангийн зохиомж</a:t>
            </a:r>
            <a:br>
              <a:rPr lang="mn-MN" b="1" cap="all">
                <a:latin typeface="Oswald"/>
                <a:sym typeface="Montserrat SemiBold"/>
              </a:rPr>
            </a:br>
            <a:r>
              <a:rPr lang="mn-MN">
                <a:solidFill>
                  <a:schemeClr val="tx1"/>
                </a:solidFill>
              </a:rPr>
              <a:t>Бараа борлуулалтын мэдээ</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F48B38E7-B136-4362-B360-6AA8BB82FA1B}"/>
              </a:ext>
            </a:extLst>
          </p:cNvPr>
          <p:cNvSpPr>
            <a:spLocks noGrp="1"/>
          </p:cNvSpPr>
          <p:nvPr>
            <p:ph type="dt" idx="10"/>
          </p:nvPr>
        </p:nvSpPr>
        <p:spPr/>
        <p:txBody>
          <a:bodyPr/>
          <a:lstStyle/>
          <a:p>
            <a:fld id="{14BEF6DA-D530-443E-915F-AB08F141C929}" type="datetime1">
              <a:rPr lang="mn-MN" smtClean="0"/>
              <a:t>2026.04.07</a:t>
            </a:fld>
            <a:endParaRPr lang="mn-MN"/>
          </a:p>
        </p:txBody>
      </p:sp>
      <p:sp>
        <p:nvSpPr>
          <p:cNvPr id="6" name="Slide Number Placeholder 5">
            <a:extLst>
              <a:ext uri="{FF2B5EF4-FFF2-40B4-BE49-F238E27FC236}">
                <a16:creationId xmlns:a16="http://schemas.microsoft.com/office/drawing/2014/main" id="{76D38B03-50D5-4BBC-813A-13F8172F2E9A}"/>
              </a:ext>
            </a:extLst>
          </p:cNvPr>
          <p:cNvSpPr>
            <a:spLocks noGrp="1"/>
          </p:cNvSpPr>
          <p:nvPr>
            <p:ph type="sldNum" idx="12"/>
          </p:nvPr>
        </p:nvSpPr>
        <p:spPr/>
        <p:txBody>
          <a:bodyPr/>
          <a:lstStyle/>
          <a:p>
            <a:fld id="{00000000-1234-1234-1234-123412341234}" type="slidenum">
              <a:rPr lang="mn" smtClean="0"/>
              <a:pPr/>
              <a:t>27</a:t>
            </a:fld>
            <a:endParaRPr lang="mn"/>
          </a:p>
        </p:txBody>
      </p:sp>
    </p:spTree>
    <p:extLst>
      <p:ext uri="{BB962C8B-B14F-4D97-AF65-F5344CB8AC3E}">
        <p14:creationId xmlns:p14="http://schemas.microsoft.com/office/powerpoint/2010/main" val="2075973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Тайлангийн зохиомж</a:t>
            </a:r>
            <a:br>
              <a:rPr lang="mn-MN" b="1" cap="all">
                <a:latin typeface="Oswald"/>
                <a:sym typeface="Montserrat SemiBold"/>
              </a:rPr>
            </a:br>
            <a:r>
              <a:rPr lang="mn-MN">
                <a:solidFill>
                  <a:schemeClr val="tx1"/>
                </a:solidFill>
              </a:rPr>
              <a:t>Захиалгын мэдээ</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E5117DAF-AD7B-4030-897B-D5A6CB9A0106}"/>
              </a:ext>
            </a:extLst>
          </p:cNvPr>
          <p:cNvSpPr>
            <a:spLocks noGrp="1"/>
          </p:cNvSpPr>
          <p:nvPr>
            <p:ph type="dt" idx="10"/>
          </p:nvPr>
        </p:nvSpPr>
        <p:spPr/>
        <p:txBody>
          <a:bodyPr/>
          <a:lstStyle/>
          <a:p>
            <a:fld id="{983CB9EE-5633-4959-99CC-FFF8A056C30B}" type="datetime1">
              <a:rPr lang="mn-MN" smtClean="0"/>
              <a:t>2026.04.07</a:t>
            </a:fld>
            <a:endParaRPr lang="mn-MN"/>
          </a:p>
        </p:txBody>
      </p:sp>
      <p:sp>
        <p:nvSpPr>
          <p:cNvPr id="6" name="Slide Number Placeholder 5">
            <a:extLst>
              <a:ext uri="{FF2B5EF4-FFF2-40B4-BE49-F238E27FC236}">
                <a16:creationId xmlns:a16="http://schemas.microsoft.com/office/drawing/2014/main" id="{B8D8BEE8-A3BB-4A3C-96EE-D6408F0BFB43}"/>
              </a:ext>
            </a:extLst>
          </p:cNvPr>
          <p:cNvSpPr>
            <a:spLocks noGrp="1"/>
          </p:cNvSpPr>
          <p:nvPr>
            <p:ph type="sldNum" idx="12"/>
          </p:nvPr>
        </p:nvSpPr>
        <p:spPr/>
        <p:txBody>
          <a:bodyPr/>
          <a:lstStyle/>
          <a:p>
            <a:fld id="{00000000-1234-1234-1234-123412341234}" type="slidenum">
              <a:rPr lang="mn" smtClean="0"/>
              <a:pPr/>
              <a:t>28</a:t>
            </a:fld>
            <a:endParaRPr lang="mn"/>
          </a:p>
        </p:txBody>
      </p:sp>
    </p:spTree>
    <p:extLst>
      <p:ext uri="{BB962C8B-B14F-4D97-AF65-F5344CB8AC3E}">
        <p14:creationId xmlns:p14="http://schemas.microsoft.com/office/powerpoint/2010/main" val="516791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Өгөгдлийн ерөнхий схем</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986059"/>
            <a:ext cx="10400182" cy="519351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923539A3-0FCD-42D4-899A-FBB36DA28E6E}"/>
              </a:ext>
            </a:extLst>
          </p:cNvPr>
          <p:cNvSpPr>
            <a:spLocks noGrp="1"/>
          </p:cNvSpPr>
          <p:nvPr>
            <p:ph type="dt" idx="10"/>
          </p:nvPr>
        </p:nvSpPr>
        <p:spPr/>
        <p:txBody>
          <a:bodyPr/>
          <a:lstStyle/>
          <a:p>
            <a:fld id="{DC101F33-EDD3-4979-9749-2FD7602AF252}" type="datetime1">
              <a:rPr lang="mn-MN" smtClean="0"/>
              <a:t>2026.04.07</a:t>
            </a:fld>
            <a:endParaRPr lang="mn-MN"/>
          </a:p>
        </p:txBody>
      </p:sp>
      <p:sp>
        <p:nvSpPr>
          <p:cNvPr id="6" name="Slide Number Placeholder 5">
            <a:extLst>
              <a:ext uri="{FF2B5EF4-FFF2-40B4-BE49-F238E27FC236}">
                <a16:creationId xmlns:a16="http://schemas.microsoft.com/office/drawing/2014/main" id="{C7E5ED82-4BE3-4C8E-99C4-780A0E284AA1}"/>
              </a:ext>
            </a:extLst>
          </p:cNvPr>
          <p:cNvSpPr>
            <a:spLocks noGrp="1"/>
          </p:cNvSpPr>
          <p:nvPr>
            <p:ph type="sldNum" idx="12"/>
          </p:nvPr>
        </p:nvSpPr>
        <p:spPr/>
        <p:txBody>
          <a:bodyPr/>
          <a:lstStyle/>
          <a:p>
            <a:fld id="{00000000-1234-1234-1234-123412341234}" type="slidenum">
              <a:rPr lang="mn" smtClean="0"/>
              <a:pPr/>
              <a:t>29</a:t>
            </a:fld>
            <a:endParaRPr lang="mn"/>
          </a:p>
        </p:txBody>
      </p:sp>
    </p:spTree>
    <p:extLst>
      <p:ext uri="{BB962C8B-B14F-4D97-AF65-F5344CB8AC3E}">
        <p14:creationId xmlns:p14="http://schemas.microsoft.com/office/powerpoint/2010/main" val="2740192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Обьектын холбоосын</a:t>
            </a:r>
            <a:r>
              <a:rPr lang="en-US" b="1" cap="all">
                <a:latin typeface="Oswald"/>
                <a:sym typeface="Montserrat SemiBold"/>
              </a:rPr>
              <a:t> </a:t>
            </a:r>
            <a:r>
              <a:rPr lang="mn-MN" b="1" cap="all">
                <a:latin typeface="Oswald"/>
                <a:sym typeface="Montserrat SemiBold"/>
              </a:rPr>
              <a:t>диаграм</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986059"/>
            <a:ext cx="10400182" cy="519351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D016DE7E-ABF2-45AE-BF4E-7245B71F3825}"/>
              </a:ext>
            </a:extLst>
          </p:cNvPr>
          <p:cNvSpPr>
            <a:spLocks noGrp="1"/>
          </p:cNvSpPr>
          <p:nvPr>
            <p:ph type="dt" idx="10"/>
          </p:nvPr>
        </p:nvSpPr>
        <p:spPr/>
        <p:txBody>
          <a:bodyPr/>
          <a:lstStyle/>
          <a:p>
            <a:fld id="{28ECB27C-C943-4086-A84B-DBF541308FDF}" type="datetime1">
              <a:rPr lang="mn-MN" smtClean="0"/>
              <a:t>2026.04.07</a:t>
            </a:fld>
            <a:endParaRPr lang="mn-MN"/>
          </a:p>
        </p:txBody>
      </p:sp>
      <p:sp>
        <p:nvSpPr>
          <p:cNvPr id="6" name="Slide Number Placeholder 5">
            <a:extLst>
              <a:ext uri="{FF2B5EF4-FFF2-40B4-BE49-F238E27FC236}">
                <a16:creationId xmlns:a16="http://schemas.microsoft.com/office/drawing/2014/main" id="{1B652505-BEC6-45F0-9392-105BD28D507E}"/>
              </a:ext>
            </a:extLst>
          </p:cNvPr>
          <p:cNvSpPr>
            <a:spLocks noGrp="1"/>
          </p:cNvSpPr>
          <p:nvPr>
            <p:ph type="sldNum" idx="12"/>
          </p:nvPr>
        </p:nvSpPr>
        <p:spPr/>
        <p:txBody>
          <a:bodyPr/>
          <a:lstStyle/>
          <a:p>
            <a:fld id="{00000000-1234-1234-1234-123412341234}" type="slidenum">
              <a:rPr lang="mn" smtClean="0"/>
              <a:pPr/>
              <a:t>30</a:t>
            </a:fld>
            <a:endParaRPr lang="mn"/>
          </a:p>
        </p:txBody>
      </p:sp>
    </p:spTree>
    <p:extLst>
      <p:ext uri="{BB962C8B-B14F-4D97-AF65-F5344CB8AC3E}">
        <p14:creationId xmlns:p14="http://schemas.microsoft.com/office/powerpoint/2010/main" val="3701334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Класс диаграм</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986059"/>
            <a:ext cx="10400182" cy="519351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F1E58934-A5CC-46BB-9E64-9D10C66C13CF}"/>
              </a:ext>
            </a:extLst>
          </p:cNvPr>
          <p:cNvSpPr>
            <a:spLocks noGrp="1"/>
          </p:cNvSpPr>
          <p:nvPr>
            <p:ph type="dt" idx="10"/>
          </p:nvPr>
        </p:nvSpPr>
        <p:spPr/>
        <p:txBody>
          <a:bodyPr/>
          <a:lstStyle/>
          <a:p>
            <a:fld id="{00899505-B501-4576-9FAE-156C17AFF067}" type="datetime1">
              <a:rPr lang="mn-MN" smtClean="0"/>
              <a:t>2026.04.07</a:t>
            </a:fld>
            <a:endParaRPr lang="mn-MN"/>
          </a:p>
        </p:txBody>
      </p:sp>
      <p:sp>
        <p:nvSpPr>
          <p:cNvPr id="6" name="Slide Number Placeholder 5">
            <a:extLst>
              <a:ext uri="{FF2B5EF4-FFF2-40B4-BE49-F238E27FC236}">
                <a16:creationId xmlns:a16="http://schemas.microsoft.com/office/drawing/2014/main" id="{6A7203C0-66E8-4215-BE86-85CE38D88C39}"/>
              </a:ext>
            </a:extLst>
          </p:cNvPr>
          <p:cNvSpPr>
            <a:spLocks noGrp="1"/>
          </p:cNvSpPr>
          <p:nvPr>
            <p:ph type="sldNum" idx="12"/>
          </p:nvPr>
        </p:nvSpPr>
        <p:spPr/>
        <p:txBody>
          <a:bodyPr/>
          <a:lstStyle/>
          <a:p>
            <a:fld id="{00000000-1234-1234-1234-123412341234}" type="slidenum">
              <a:rPr lang="mn" smtClean="0"/>
              <a:pPr/>
              <a:t>31</a:t>
            </a:fld>
            <a:endParaRPr lang="mn"/>
          </a:p>
        </p:txBody>
      </p:sp>
    </p:spTree>
    <p:extLst>
      <p:ext uri="{BB962C8B-B14F-4D97-AF65-F5344CB8AC3E}">
        <p14:creationId xmlns:p14="http://schemas.microsoft.com/office/powerpoint/2010/main" val="120216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Дарааллын</a:t>
            </a:r>
            <a:r>
              <a:rPr lang="en-US" b="1" cap="all">
                <a:latin typeface="Oswald"/>
                <a:sym typeface="Montserrat SemiBold"/>
              </a:rPr>
              <a:t> </a:t>
            </a:r>
            <a:r>
              <a:rPr lang="mn-MN" b="1" cap="all">
                <a:latin typeface="Oswald"/>
                <a:sym typeface="Montserrat SemiBold"/>
              </a:rPr>
              <a:t>диаграм</a:t>
            </a:r>
            <a:br>
              <a:rPr lang="mn-MN" b="1" cap="all">
                <a:latin typeface="Oswald"/>
                <a:sym typeface="Montserrat SemiBold"/>
              </a:rPr>
            </a:br>
            <a:r>
              <a:rPr lang="mn-MN">
                <a:solidFill>
                  <a:schemeClr val="tx1"/>
                </a:solidFill>
              </a:rPr>
              <a:t>Төлбөр төлөх</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D5B9FA9C-9FB2-4B30-A6E4-CD95C73C68C2}"/>
              </a:ext>
            </a:extLst>
          </p:cNvPr>
          <p:cNvSpPr>
            <a:spLocks noGrp="1"/>
          </p:cNvSpPr>
          <p:nvPr>
            <p:ph type="dt" idx="10"/>
          </p:nvPr>
        </p:nvSpPr>
        <p:spPr/>
        <p:txBody>
          <a:bodyPr/>
          <a:lstStyle/>
          <a:p>
            <a:fld id="{2E0E1AC8-BDD3-4BB8-8461-0930240997F2}" type="datetime1">
              <a:rPr lang="mn-MN" smtClean="0"/>
              <a:t>2026.04.07</a:t>
            </a:fld>
            <a:endParaRPr lang="mn-MN"/>
          </a:p>
        </p:txBody>
      </p:sp>
      <p:sp>
        <p:nvSpPr>
          <p:cNvPr id="6" name="Slide Number Placeholder 5">
            <a:extLst>
              <a:ext uri="{FF2B5EF4-FFF2-40B4-BE49-F238E27FC236}">
                <a16:creationId xmlns:a16="http://schemas.microsoft.com/office/drawing/2014/main" id="{72B7A042-D8F6-4DE0-9987-21C5D968471C}"/>
              </a:ext>
            </a:extLst>
          </p:cNvPr>
          <p:cNvSpPr>
            <a:spLocks noGrp="1"/>
          </p:cNvSpPr>
          <p:nvPr>
            <p:ph type="sldNum" idx="12"/>
          </p:nvPr>
        </p:nvSpPr>
        <p:spPr/>
        <p:txBody>
          <a:bodyPr/>
          <a:lstStyle/>
          <a:p>
            <a:fld id="{00000000-1234-1234-1234-123412341234}" type="slidenum">
              <a:rPr lang="mn" smtClean="0"/>
              <a:pPr/>
              <a:t>32</a:t>
            </a:fld>
            <a:endParaRPr lang="mn"/>
          </a:p>
        </p:txBody>
      </p:sp>
    </p:spTree>
    <p:extLst>
      <p:ext uri="{BB962C8B-B14F-4D97-AF65-F5344CB8AC3E}">
        <p14:creationId xmlns:p14="http://schemas.microsoft.com/office/powerpoint/2010/main" val="3203479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Дарааллын</a:t>
            </a:r>
            <a:r>
              <a:rPr lang="en-US" b="1" cap="all">
                <a:latin typeface="Oswald"/>
                <a:sym typeface="Montserrat SemiBold"/>
              </a:rPr>
              <a:t> </a:t>
            </a:r>
            <a:r>
              <a:rPr lang="mn-MN" b="1" cap="all">
                <a:latin typeface="Oswald"/>
                <a:sym typeface="Montserrat SemiBold"/>
              </a:rPr>
              <a:t>диаграм</a:t>
            </a:r>
            <a:br>
              <a:rPr lang="mn-MN" b="1" cap="all">
                <a:latin typeface="Oswald"/>
                <a:sym typeface="Montserrat SemiBold"/>
              </a:rPr>
            </a:br>
            <a:r>
              <a:rPr lang="mn-MN">
                <a:solidFill>
                  <a:schemeClr val="tx1"/>
                </a:solidFill>
              </a:rPr>
              <a:t>Барааны бүртгэх</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EBC01EE2-9BBA-4073-8772-A294E705ABEB}"/>
              </a:ext>
            </a:extLst>
          </p:cNvPr>
          <p:cNvSpPr>
            <a:spLocks noGrp="1"/>
          </p:cNvSpPr>
          <p:nvPr>
            <p:ph type="dt" idx="10"/>
          </p:nvPr>
        </p:nvSpPr>
        <p:spPr/>
        <p:txBody>
          <a:bodyPr/>
          <a:lstStyle/>
          <a:p>
            <a:fld id="{FC4FA531-F07F-4F20-A5A7-105FDDBFF9F7}" type="datetime1">
              <a:rPr lang="mn-MN" smtClean="0"/>
              <a:t>2026.04.07</a:t>
            </a:fld>
            <a:endParaRPr lang="mn-MN"/>
          </a:p>
        </p:txBody>
      </p:sp>
      <p:sp>
        <p:nvSpPr>
          <p:cNvPr id="6" name="Slide Number Placeholder 5">
            <a:extLst>
              <a:ext uri="{FF2B5EF4-FFF2-40B4-BE49-F238E27FC236}">
                <a16:creationId xmlns:a16="http://schemas.microsoft.com/office/drawing/2014/main" id="{8DC5954E-174A-4134-9E70-2F40871B5033}"/>
              </a:ext>
            </a:extLst>
          </p:cNvPr>
          <p:cNvSpPr>
            <a:spLocks noGrp="1"/>
          </p:cNvSpPr>
          <p:nvPr>
            <p:ph type="sldNum" idx="12"/>
          </p:nvPr>
        </p:nvSpPr>
        <p:spPr/>
        <p:txBody>
          <a:bodyPr/>
          <a:lstStyle/>
          <a:p>
            <a:fld id="{00000000-1234-1234-1234-123412341234}" type="slidenum">
              <a:rPr lang="mn" smtClean="0"/>
              <a:pPr/>
              <a:t>33</a:t>
            </a:fld>
            <a:endParaRPr lang="mn"/>
          </a:p>
        </p:txBody>
      </p:sp>
    </p:spTree>
    <p:extLst>
      <p:ext uri="{BB962C8B-B14F-4D97-AF65-F5344CB8AC3E}">
        <p14:creationId xmlns:p14="http://schemas.microsoft.com/office/powerpoint/2010/main" val="1900409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Дарааллын</a:t>
            </a:r>
            <a:r>
              <a:rPr lang="en-US" b="1" cap="all">
                <a:latin typeface="Oswald"/>
                <a:sym typeface="Montserrat SemiBold"/>
              </a:rPr>
              <a:t> </a:t>
            </a:r>
            <a:r>
              <a:rPr lang="mn-MN" b="1" cap="all">
                <a:latin typeface="Oswald"/>
                <a:sym typeface="Montserrat SemiBold"/>
              </a:rPr>
              <a:t>диаграм</a:t>
            </a:r>
            <a:br>
              <a:rPr lang="mn-MN" b="1" cap="all">
                <a:latin typeface="Oswald"/>
                <a:sym typeface="Montserrat SemiBold"/>
              </a:rPr>
            </a:br>
            <a:r>
              <a:rPr lang="mn-MN">
                <a:solidFill>
                  <a:schemeClr val="tx1"/>
                </a:solidFill>
              </a:rPr>
              <a:t>Бараа сагслах</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97188BAA-3F5D-4050-91FE-47D36D3457DC}"/>
              </a:ext>
            </a:extLst>
          </p:cNvPr>
          <p:cNvSpPr>
            <a:spLocks noGrp="1"/>
          </p:cNvSpPr>
          <p:nvPr>
            <p:ph type="dt" idx="10"/>
          </p:nvPr>
        </p:nvSpPr>
        <p:spPr/>
        <p:txBody>
          <a:bodyPr/>
          <a:lstStyle/>
          <a:p>
            <a:fld id="{2757FB5C-249C-49EE-9A23-DD5C70CB1D1D}" type="datetime1">
              <a:rPr lang="mn-MN" smtClean="0"/>
              <a:t>2026.04.07</a:t>
            </a:fld>
            <a:endParaRPr lang="mn-MN"/>
          </a:p>
        </p:txBody>
      </p:sp>
      <p:sp>
        <p:nvSpPr>
          <p:cNvPr id="6" name="Slide Number Placeholder 5">
            <a:extLst>
              <a:ext uri="{FF2B5EF4-FFF2-40B4-BE49-F238E27FC236}">
                <a16:creationId xmlns:a16="http://schemas.microsoft.com/office/drawing/2014/main" id="{8632C0EC-CEF4-4B8B-A132-7DC6126AFBAA}"/>
              </a:ext>
            </a:extLst>
          </p:cNvPr>
          <p:cNvSpPr>
            <a:spLocks noGrp="1"/>
          </p:cNvSpPr>
          <p:nvPr>
            <p:ph type="sldNum" idx="12"/>
          </p:nvPr>
        </p:nvSpPr>
        <p:spPr/>
        <p:txBody>
          <a:bodyPr/>
          <a:lstStyle/>
          <a:p>
            <a:fld id="{00000000-1234-1234-1234-123412341234}" type="slidenum">
              <a:rPr lang="mn" smtClean="0"/>
              <a:pPr/>
              <a:t>34</a:t>
            </a:fld>
            <a:endParaRPr lang="mn"/>
          </a:p>
        </p:txBody>
      </p:sp>
    </p:spTree>
    <p:extLst>
      <p:ext uri="{BB962C8B-B14F-4D97-AF65-F5344CB8AC3E}">
        <p14:creationId xmlns:p14="http://schemas.microsoft.com/office/powerpoint/2010/main" val="3083169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1007087"/>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Төлөв шилжилтийн</a:t>
            </a:r>
            <a:r>
              <a:rPr lang="en-US" b="1" cap="all">
                <a:latin typeface="Oswald"/>
                <a:sym typeface="Montserrat SemiBold"/>
              </a:rPr>
              <a:t> </a:t>
            </a:r>
            <a:r>
              <a:rPr lang="mn-MN" b="1" cap="all">
                <a:latin typeface="Oswald"/>
                <a:sym typeface="Montserrat SemiBold"/>
              </a:rPr>
              <a:t>диаграм</a:t>
            </a:r>
            <a:br>
              <a:rPr lang="mn-MN" b="1" cap="all">
                <a:latin typeface="Oswald"/>
                <a:sym typeface="Montserrat SemiBold"/>
              </a:rPr>
            </a:br>
            <a:r>
              <a:rPr lang="mn-MN">
                <a:solidFill>
                  <a:schemeClr val="tx1"/>
                </a:solidFill>
              </a:rPr>
              <a:t>Захиалга</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1446415"/>
            <a:ext cx="10400182" cy="4733159"/>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sp>
        <p:nvSpPr>
          <p:cNvPr id="5" name="Date Placeholder 4">
            <a:extLst>
              <a:ext uri="{FF2B5EF4-FFF2-40B4-BE49-F238E27FC236}">
                <a16:creationId xmlns:a16="http://schemas.microsoft.com/office/drawing/2014/main" id="{588AEA4E-1EF2-4E69-B13B-009D767DE4E7}"/>
              </a:ext>
            </a:extLst>
          </p:cNvPr>
          <p:cNvSpPr>
            <a:spLocks noGrp="1"/>
          </p:cNvSpPr>
          <p:nvPr>
            <p:ph type="dt" idx="10"/>
          </p:nvPr>
        </p:nvSpPr>
        <p:spPr/>
        <p:txBody>
          <a:bodyPr/>
          <a:lstStyle/>
          <a:p>
            <a:fld id="{27FC7B89-7FC9-46EB-BD00-5951E2E89A04}" type="datetime1">
              <a:rPr lang="mn-MN" smtClean="0"/>
              <a:t>2026.04.07</a:t>
            </a:fld>
            <a:endParaRPr lang="mn-MN"/>
          </a:p>
        </p:txBody>
      </p:sp>
      <p:sp>
        <p:nvSpPr>
          <p:cNvPr id="6" name="Slide Number Placeholder 5">
            <a:extLst>
              <a:ext uri="{FF2B5EF4-FFF2-40B4-BE49-F238E27FC236}">
                <a16:creationId xmlns:a16="http://schemas.microsoft.com/office/drawing/2014/main" id="{EBDAE1C7-6E88-4BCE-BE79-E06ED0D3AEEF}"/>
              </a:ext>
            </a:extLst>
          </p:cNvPr>
          <p:cNvSpPr>
            <a:spLocks noGrp="1"/>
          </p:cNvSpPr>
          <p:nvPr>
            <p:ph type="sldNum" idx="12"/>
          </p:nvPr>
        </p:nvSpPr>
        <p:spPr/>
        <p:txBody>
          <a:bodyPr/>
          <a:lstStyle/>
          <a:p>
            <a:fld id="{00000000-1234-1234-1234-123412341234}" type="slidenum">
              <a:rPr lang="mn" smtClean="0"/>
              <a:pPr/>
              <a:t>35</a:t>
            </a:fld>
            <a:endParaRPr lang="mn"/>
          </a:p>
        </p:txBody>
      </p:sp>
    </p:spTree>
    <p:extLst>
      <p:ext uri="{BB962C8B-B14F-4D97-AF65-F5344CB8AC3E}">
        <p14:creationId xmlns:p14="http://schemas.microsoft.com/office/powerpoint/2010/main" val="36497287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415600" y="439328"/>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b="1" cap="all">
                <a:latin typeface="Oswald"/>
                <a:sym typeface="Montserrat SemiBold"/>
              </a:rPr>
              <a:t>Тестийн зохиомж</a:t>
            </a:r>
            <a:endParaRPr lang="en-US" cap="all">
              <a:latin typeface="Oswald"/>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355045" y="986059"/>
            <a:ext cx="10400182" cy="519351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608965" indent="-481965" defTabSz="914400">
              <a:lnSpc>
                <a:spcPct val="100000"/>
              </a:lnSpc>
            </a:pPr>
            <a:endParaRPr lang="mn-MN" sz="2000" kern="0">
              <a:latin typeface="Roboto" panose="02000000000000000000" pitchFamily="2" charset="0"/>
              <a:ea typeface="Roboto" panose="02000000000000000000" pitchFamily="2" charset="0"/>
              <a:cs typeface="+mn-lt"/>
            </a:endParaRPr>
          </a:p>
        </p:txBody>
      </p:sp>
      <p:graphicFrame>
        <p:nvGraphicFramePr>
          <p:cNvPr id="4" name="Table 3">
            <a:extLst>
              <a:ext uri="{FF2B5EF4-FFF2-40B4-BE49-F238E27FC236}">
                <a16:creationId xmlns:a16="http://schemas.microsoft.com/office/drawing/2014/main" id="{2A861BDA-0E68-44F0-80F8-EC9CF63ED290}"/>
              </a:ext>
            </a:extLst>
          </p:cNvPr>
          <p:cNvGraphicFramePr>
            <a:graphicFrameLocks noGrp="1"/>
          </p:cNvGraphicFramePr>
          <p:nvPr>
            <p:extLst>
              <p:ext uri="{D42A27DB-BD31-4B8C-83A1-F6EECF244321}">
                <p14:modId xmlns:p14="http://schemas.microsoft.com/office/powerpoint/2010/main" val="2307719755"/>
              </p:ext>
            </p:extLst>
          </p:nvPr>
        </p:nvGraphicFramePr>
        <p:xfrm>
          <a:off x="498764" y="1295401"/>
          <a:ext cx="10922920" cy="4957287"/>
        </p:xfrm>
        <a:graphic>
          <a:graphicData uri="http://schemas.openxmlformats.org/drawingml/2006/table">
            <a:tbl>
              <a:tblPr/>
              <a:tblGrid>
                <a:gridCol w="1425038">
                  <a:extLst>
                    <a:ext uri="{9D8B030D-6E8A-4147-A177-3AD203B41FA5}">
                      <a16:colId xmlns:a16="http://schemas.microsoft.com/office/drawing/2014/main" val="20000"/>
                    </a:ext>
                  </a:extLst>
                </a:gridCol>
                <a:gridCol w="2961705">
                  <a:extLst>
                    <a:ext uri="{9D8B030D-6E8A-4147-A177-3AD203B41FA5}">
                      <a16:colId xmlns:a16="http://schemas.microsoft.com/office/drawing/2014/main" val="20001"/>
                    </a:ext>
                  </a:extLst>
                </a:gridCol>
                <a:gridCol w="2652507">
                  <a:extLst>
                    <a:ext uri="{9D8B030D-6E8A-4147-A177-3AD203B41FA5}">
                      <a16:colId xmlns:a16="http://schemas.microsoft.com/office/drawing/2014/main" val="20002"/>
                    </a:ext>
                  </a:extLst>
                </a:gridCol>
                <a:gridCol w="1926545">
                  <a:extLst>
                    <a:ext uri="{9D8B030D-6E8A-4147-A177-3AD203B41FA5}">
                      <a16:colId xmlns:a16="http://schemas.microsoft.com/office/drawing/2014/main" val="20003"/>
                    </a:ext>
                  </a:extLst>
                </a:gridCol>
                <a:gridCol w="1957125">
                  <a:extLst>
                    <a:ext uri="{9D8B030D-6E8A-4147-A177-3AD203B41FA5}">
                      <a16:colId xmlns:a16="http://schemas.microsoft.com/office/drawing/2014/main" val="20004"/>
                    </a:ext>
                  </a:extLst>
                </a:gridCol>
              </a:tblGrid>
              <a:tr h="218555">
                <a:tc gridSpan="3">
                  <a:txBody>
                    <a:bodyPr/>
                    <a:lstStyle/>
                    <a:p>
                      <a:pPr marL="0" marR="0">
                        <a:lnSpc>
                          <a:spcPct val="115000"/>
                        </a:lnSpc>
                        <a:spcBef>
                          <a:spcPts val="0"/>
                        </a:spcBef>
                        <a:spcAft>
                          <a:spcPts val="1000"/>
                        </a:spcAft>
                      </a:pPr>
                      <a:r>
                        <a:rPr lang="en-US" sz="1400" err="1">
                          <a:latin typeface="Arial"/>
                          <a:ea typeface="Times New Roman"/>
                          <a:cs typeface="Times New Roman"/>
                        </a:rPr>
                        <a:t>Тестлэх</a:t>
                      </a:r>
                      <a:r>
                        <a:rPr lang="en-US" sz="1400">
                          <a:latin typeface="Arial"/>
                          <a:ea typeface="Times New Roman"/>
                          <a:cs typeface="Times New Roman"/>
                        </a:rPr>
                        <a:t> </a:t>
                      </a:r>
                      <a:r>
                        <a:rPr lang="en-US" sz="1400" err="1">
                          <a:latin typeface="Arial"/>
                          <a:ea typeface="Times New Roman"/>
                          <a:cs typeface="Times New Roman"/>
                        </a:rPr>
                        <a:t>классын</a:t>
                      </a:r>
                      <a:r>
                        <a:rPr lang="en-US" sz="1400">
                          <a:latin typeface="Arial"/>
                          <a:ea typeface="Times New Roman"/>
                          <a:cs typeface="Times New Roman"/>
                        </a:rPr>
                        <a:t> </a:t>
                      </a:r>
                      <a:r>
                        <a:rPr lang="en-US" sz="1400" err="1">
                          <a:latin typeface="Arial"/>
                          <a:ea typeface="Times New Roman"/>
                          <a:cs typeface="Times New Roman"/>
                        </a:rPr>
                        <a:t>нэр</a:t>
                      </a:r>
                      <a:r>
                        <a:rPr lang="en-US" sz="1400">
                          <a:latin typeface="Arial"/>
                          <a:ea typeface="Times New Roman"/>
                          <a:cs typeface="Times New Roman"/>
                        </a:rPr>
                        <a:t>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1000"/>
                        </a:spcAft>
                      </a:pP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marL="0" marR="0">
                        <a:lnSpc>
                          <a:spcPct val="115000"/>
                        </a:lnSpc>
                        <a:spcBef>
                          <a:spcPts val="0"/>
                        </a:spcBef>
                        <a:spcAft>
                          <a:spcPts val="1000"/>
                        </a:spcAft>
                      </a:pPr>
                      <a:r>
                        <a:rPr lang="en-US" sz="1400">
                          <a:latin typeface="Arial"/>
                          <a:ea typeface="Times New Roman"/>
                          <a:cs typeface="Times New Roman"/>
                        </a:rPr>
                        <a:t>Т</a:t>
                      </a:r>
                      <a:r>
                        <a:rPr lang="mn-MN" sz="1400">
                          <a:latin typeface="Arial"/>
                          <a:ea typeface="Times New Roman"/>
                          <a:cs typeface="Times New Roman"/>
                        </a:rPr>
                        <a:t>ест </a:t>
                      </a:r>
                      <a:endParaRPr lang="en-US" sz="1200">
                        <a:latin typeface="Calibri"/>
                        <a:ea typeface="Times New Roman"/>
                        <a:cs typeface="Times New Roman"/>
                      </a:endParaRPr>
                    </a:p>
                  </a:txBody>
                  <a:tcPr marL="18523" marR="18523" marT="60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8555">
                <a:tc gridSpan="3">
                  <a:txBody>
                    <a:bodyPr/>
                    <a:lstStyle/>
                    <a:p>
                      <a:pPr marL="0" marR="0">
                        <a:lnSpc>
                          <a:spcPct val="115000"/>
                        </a:lnSpc>
                        <a:spcBef>
                          <a:spcPts val="0"/>
                        </a:spcBef>
                        <a:spcAft>
                          <a:spcPts val="1000"/>
                        </a:spcAft>
                      </a:pPr>
                      <a:r>
                        <a:rPr lang="en-US" sz="1400">
                          <a:latin typeface="Arial"/>
                          <a:ea typeface="Times New Roman"/>
                          <a:cs typeface="Times New Roman"/>
                        </a:rPr>
                        <a:t>Тестийн дугаар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1000"/>
                        </a:spcAft>
                      </a:pP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1"/>
                  </a:ext>
                </a:extLst>
              </a:tr>
              <a:tr h="218555">
                <a:tc>
                  <a:txBody>
                    <a:bodyPr/>
                    <a:lstStyle/>
                    <a:p>
                      <a:pPr marL="0" marR="0">
                        <a:lnSpc>
                          <a:spcPct val="115000"/>
                        </a:lnSpc>
                        <a:spcBef>
                          <a:spcPts val="0"/>
                        </a:spcBef>
                        <a:spcAft>
                          <a:spcPts val="1000"/>
                        </a:spcAft>
                      </a:pPr>
                      <a:r>
                        <a:rPr lang="en-US" sz="1400">
                          <a:latin typeface="Arial"/>
                          <a:ea typeface="Times New Roman"/>
                          <a:cs typeface="Times New Roman"/>
                        </a:rPr>
                        <a:t>Дугаар</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nSpc>
                          <a:spcPct val="115000"/>
                        </a:lnSpc>
                        <a:spcBef>
                          <a:spcPts val="0"/>
                        </a:spcBef>
                        <a:spcAft>
                          <a:spcPts val="1000"/>
                        </a:spcAft>
                      </a:pPr>
                      <a:r>
                        <a:rPr lang="mn-MN" sz="1400">
                          <a:latin typeface="Arial"/>
                          <a:ea typeface="Times New Roman"/>
                          <a:cs typeface="Times New Roman"/>
                        </a:rPr>
                        <a:t>Машин олгох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597446">
                <a:tc rowSpan="5">
                  <a:txBody>
                    <a:bodyPr/>
                    <a:lstStyle/>
                    <a:p>
                      <a:pPr marL="0" marR="0">
                        <a:lnSpc>
                          <a:spcPct val="115000"/>
                        </a:lnSpc>
                        <a:spcBef>
                          <a:spcPts val="0"/>
                        </a:spcBef>
                        <a:spcAft>
                          <a:spcPts val="1000"/>
                        </a:spcAft>
                      </a:pPr>
                      <a:r>
                        <a:rPr lang="en-US" sz="1400">
                          <a:latin typeface="Arial"/>
                          <a:ea typeface="Times New Roman"/>
                          <a:cs typeface="Times New Roman"/>
                        </a:rPr>
                        <a:t>1</a:t>
                      </a:r>
                      <a:endParaRPr lang="en-US" sz="1200">
                        <a:latin typeface="Calibri"/>
                        <a:ea typeface="Times New Roman"/>
                        <a:cs typeface="Times New Roman"/>
                      </a:endParaRPr>
                    </a:p>
                  </a:txBody>
                  <a:tcPr marL="18523" marR="18523" marT="60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400">
                          <a:latin typeface="Arial"/>
                          <a:ea typeface="Times New Roman"/>
                          <a:cs typeface="Times New Roman"/>
                        </a:rPr>
                        <a:t>Тестлэхээс өмнөх үеийн утгууд</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nSpc>
                          <a:spcPct val="115000"/>
                        </a:lnSpc>
                        <a:spcBef>
                          <a:spcPts val="0"/>
                        </a:spcBef>
                        <a:spcAft>
                          <a:spcPts val="1000"/>
                        </a:spcAft>
                      </a:pPr>
                      <a:endParaRPr lang="en-US" sz="1200">
                        <a:latin typeface="Calibri"/>
                        <a:ea typeface="Times New Roman"/>
                        <a:cs typeface="Times New Roman"/>
                      </a:endParaRPr>
                    </a:p>
                  </a:txBody>
                  <a:tcPr marL="18523" marR="18523" marT="60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rowSpan="5">
                  <a:txBody>
                    <a:bodyPr/>
                    <a:lstStyle/>
                    <a:p>
                      <a:pPr>
                        <a:lnSpc>
                          <a:spcPct val="115000"/>
                        </a:lnSpc>
                      </a:pPr>
                      <a:endParaRPr lang="en-US" sz="1200">
                        <a:latin typeface="Calibri"/>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8297">
                <a:tc vMerge="1">
                  <a:txBody>
                    <a:bodyPr/>
                    <a:lstStyle/>
                    <a:p>
                      <a:endParaRPr lang="en-US"/>
                    </a:p>
                  </a:txBody>
                  <a:tcPr/>
                </a:tc>
                <a:tc rowSpan="2">
                  <a:txBody>
                    <a:bodyPr/>
                    <a:lstStyle/>
                    <a:p>
                      <a:pPr marL="0" marR="0">
                        <a:lnSpc>
                          <a:spcPct val="115000"/>
                        </a:lnSpc>
                        <a:spcBef>
                          <a:spcPts val="0"/>
                        </a:spcBef>
                        <a:spcAft>
                          <a:spcPts val="1000"/>
                        </a:spcAft>
                      </a:pPr>
                      <a:r>
                        <a:rPr lang="en-US" sz="1400" err="1">
                          <a:latin typeface="Arial"/>
                          <a:ea typeface="Times New Roman"/>
                          <a:cs typeface="Times New Roman"/>
                        </a:rPr>
                        <a:t>Оруулах</a:t>
                      </a:r>
                      <a:r>
                        <a:rPr lang="en-US" sz="1400">
                          <a:latin typeface="Arial"/>
                          <a:ea typeface="Times New Roman"/>
                          <a:cs typeface="Times New Roman"/>
                        </a:rPr>
                        <a:t> </a:t>
                      </a:r>
                      <a:r>
                        <a:rPr lang="en-US" sz="1400" err="1">
                          <a:latin typeface="Arial"/>
                          <a:ea typeface="Times New Roman"/>
                          <a:cs typeface="Times New Roman"/>
                        </a:rPr>
                        <a:t>утга</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400">
                          <a:latin typeface="Arial"/>
                          <a:ea typeface="Times New Roman"/>
                          <a:cs typeface="Times New Roman"/>
                        </a:rPr>
                        <a:t>Класс/</a:t>
                      </a:r>
                      <a:r>
                        <a:rPr lang="mn-MN" sz="1400">
                          <a:latin typeface="Arial"/>
                          <a:ea typeface="Times New Roman"/>
                          <a:cs typeface="Times New Roman"/>
                        </a:rPr>
                        <a:t>Функцийн нэр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15000"/>
                        </a:lnSpc>
                        <a:spcBef>
                          <a:spcPts val="0"/>
                        </a:spcBef>
                        <a:spcAft>
                          <a:spcPts val="1000"/>
                        </a:spcAft>
                      </a:pPr>
                      <a:r>
                        <a:rPr lang="en-US" sz="1400" err="1">
                          <a:latin typeface="Arial"/>
                          <a:ea typeface="Times New Roman"/>
                          <a:cs typeface="Times New Roman"/>
                        </a:rPr>
                        <a:t>Гарах</a:t>
                      </a:r>
                      <a:r>
                        <a:rPr lang="en-US" sz="1400">
                          <a:latin typeface="Arial"/>
                          <a:ea typeface="Times New Roman"/>
                          <a:cs typeface="Times New Roman"/>
                        </a:rPr>
                        <a:t> </a:t>
                      </a:r>
                      <a:r>
                        <a:rPr lang="en-US" sz="1400" err="1">
                          <a:latin typeface="Arial"/>
                          <a:ea typeface="Times New Roman"/>
                          <a:cs typeface="Times New Roman"/>
                        </a:rPr>
                        <a:t>үр</a:t>
                      </a:r>
                      <a:r>
                        <a:rPr lang="en-US" sz="1400">
                          <a:latin typeface="Arial"/>
                          <a:ea typeface="Times New Roman"/>
                          <a:cs typeface="Times New Roman"/>
                        </a:rPr>
                        <a:t> </a:t>
                      </a:r>
                      <a:r>
                        <a:rPr lang="en-US" sz="1400" err="1">
                          <a:latin typeface="Arial"/>
                          <a:ea typeface="Times New Roman"/>
                          <a:cs typeface="Times New Roman"/>
                        </a:rPr>
                        <a:t>дүн</a:t>
                      </a:r>
                      <a:r>
                        <a:rPr lang="en-US" sz="1400">
                          <a:latin typeface="Arial"/>
                          <a:ea typeface="Times New Roman"/>
                          <a:cs typeface="Times New Roman"/>
                        </a:rPr>
                        <a:t> </a:t>
                      </a:r>
                      <a:endParaRPr lang="en-US" sz="1200">
                        <a:latin typeface="Calibri"/>
                        <a:ea typeface="Times New Roman"/>
                        <a:cs typeface="Times New Roman"/>
                      </a:endParaRPr>
                    </a:p>
                  </a:txBody>
                  <a:tcPr marL="18523" marR="18523" marT="60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4"/>
                  </a:ext>
                </a:extLst>
              </a:tr>
              <a:tr h="343072">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1000"/>
                        </a:spcAft>
                      </a:pPr>
                      <a:r>
                        <a:rPr lang="en-US" sz="1400">
                          <a:latin typeface="Arial"/>
                          <a:ea typeface="Times New Roman"/>
                          <a:cs typeface="Times New Roman"/>
                        </a:rPr>
                        <a:t>Тестийн тайлбар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5"/>
                  </a:ext>
                </a:extLst>
              </a:tr>
              <a:tr h="218555">
                <a:tc vMerge="1">
                  <a:txBody>
                    <a:bodyPr/>
                    <a:lstStyle/>
                    <a:p>
                      <a:endParaRPr lang="en-US"/>
                    </a:p>
                  </a:txBody>
                  <a:tcPr/>
                </a:tc>
                <a:tc rowSpan="2">
                  <a:txBody>
                    <a:bodyPr/>
                    <a:lstStyle/>
                    <a:p>
                      <a:pPr marL="0" marR="0">
                        <a:lnSpc>
                          <a:spcPct val="115000"/>
                        </a:lnSpc>
                        <a:spcBef>
                          <a:spcPts val="0"/>
                        </a:spcBef>
                        <a:spcAft>
                          <a:spcPts val="1000"/>
                        </a:spcAft>
                      </a:pPr>
                      <a:r>
                        <a:rPr lang="en-US" sz="1400">
                          <a:latin typeface="Arial"/>
                          <a:ea typeface="Times New Roman"/>
                          <a:cs typeface="Times New Roman"/>
                        </a:rPr>
                        <a:t>A_date=3/9/2012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400">
                          <a:latin typeface="Arial"/>
                          <a:ea typeface="Times New Roman"/>
                          <a:cs typeface="Times New Roman"/>
                        </a:rPr>
                        <a:t>Car/out()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15000"/>
                        </a:lnSpc>
                        <a:spcBef>
                          <a:spcPts val="0"/>
                        </a:spcBef>
                        <a:spcAft>
                          <a:spcPts val="1000"/>
                        </a:spcAft>
                      </a:pPr>
                      <a:endParaRPr lang="en-US" sz="1200">
                        <a:latin typeface="Calibri"/>
                        <a:ea typeface="Times New Roman"/>
                        <a:cs typeface="Times New Roman"/>
                      </a:endParaRPr>
                    </a:p>
                  </a:txBody>
                  <a:tcPr marL="18523" marR="18523" marT="60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6"/>
                  </a:ext>
                </a:extLst>
              </a:tr>
              <a:tr h="597446">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1000"/>
                        </a:spcAft>
                      </a:pPr>
                      <a:r>
                        <a:rPr lang="en-US" sz="1400">
                          <a:latin typeface="Arial"/>
                          <a:ea typeface="Times New Roman"/>
                          <a:cs typeface="Times New Roman"/>
                        </a:rPr>
                        <a:t>1000*(T_date-a_date), 1000 </a:t>
                      </a:r>
                      <a:r>
                        <a:rPr lang="mn-MN" sz="1400">
                          <a:latin typeface="Arial"/>
                          <a:ea typeface="Times New Roman"/>
                          <a:cs typeface="Times New Roman"/>
                        </a:rPr>
                        <a:t>утгыг харьцуулах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7"/>
                  </a:ext>
                </a:extLst>
              </a:tr>
              <a:tr h="597446">
                <a:tc rowSpan="5">
                  <a:txBody>
                    <a:bodyPr/>
                    <a:lstStyle/>
                    <a:p>
                      <a:pPr marL="0" marR="0">
                        <a:lnSpc>
                          <a:spcPct val="115000"/>
                        </a:lnSpc>
                        <a:spcBef>
                          <a:spcPts val="0"/>
                        </a:spcBef>
                        <a:spcAft>
                          <a:spcPts val="1000"/>
                        </a:spcAft>
                      </a:pPr>
                      <a:r>
                        <a:rPr lang="en-US" sz="1400">
                          <a:latin typeface="Arial"/>
                          <a:ea typeface="Times New Roman"/>
                          <a:cs typeface="Times New Roman"/>
                        </a:rPr>
                        <a:t>2</a:t>
                      </a:r>
                      <a:endParaRPr lang="en-US" sz="1200">
                        <a:latin typeface="Calibri"/>
                        <a:ea typeface="Times New Roman"/>
                        <a:cs typeface="Times New Roman"/>
                      </a:endParaRPr>
                    </a:p>
                  </a:txBody>
                  <a:tcPr marL="18523" marR="18523" marT="60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400">
                          <a:latin typeface="Arial"/>
                          <a:ea typeface="Times New Roman"/>
                          <a:cs typeface="Times New Roman"/>
                        </a:rPr>
                        <a:t>Тестлэхээс өмнөх үеийн утгууд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nSpc>
                          <a:spcPct val="115000"/>
                        </a:lnSpc>
                        <a:spcBef>
                          <a:spcPts val="0"/>
                        </a:spcBef>
                        <a:spcAft>
                          <a:spcPts val="1000"/>
                        </a:spcAft>
                      </a:pPr>
                      <a:endParaRPr lang="en-US" sz="1200">
                        <a:latin typeface="Calibri"/>
                        <a:ea typeface="Times New Roman"/>
                        <a:cs typeface="Times New Roman"/>
                      </a:endParaRPr>
                    </a:p>
                  </a:txBody>
                  <a:tcPr marL="18523" marR="18523" marT="60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rowSpan="5">
                  <a:txBody>
                    <a:bodyPr/>
                    <a:lstStyle/>
                    <a:p>
                      <a:pPr>
                        <a:lnSpc>
                          <a:spcPct val="115000"/>
                        </a:lnSpc>
                      </a:pPr>
                      <a:endParaRPr lang="en-US" sz="1200">
                        <a:latin typeface="Calibri"/>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98297">
                <a:tc vMerge="1">
                  <a:txBody>
                    <a:bodyPr/>
                    <a:lstStyle/>
                    <a:p>
                      <a:endParaRPr lang="en-US"/>
                    </a:p>
                  </a:txBody>
                  <a:tcPr/>
                </a:tc>
                <a:tc rowSpan="2">
                  <a:txBody>
                    <a:bodyPr/>
                    <a:lstStyle/>
                    <a:p>
                      <a:pPr marL="0" marR="0">
                        <a:lnSpc>
                          <a:spcPct val="115000"/>
                        </a:lnSpc>
                        <a:spcBef>
                          <a:spcPts val="0"/>
                        </a:spcBef>
                        <a:spcAft>
                          <a:spcPts val="1000"/>
                        </a:spcAft>
                      </a:pPr>
                      <a:r>
                        <a:rPr lang="en-US" sz="1400">
                          <a:latin typeface="Arial"/>
                          <a:ea typeface="Times New Roman"/>
                          <a:cs typeface="Times New Roman"/>
                        </a:rPr>
                        <a:t>Оруулах утга</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400">
                          <a:latin typeface="Arial"/>
                          <a:ea typeface="Times New Roman"/>
                          <a:cs typeface="Times New Roman"/>
                        </a:rPr>
                        <a:t>Класс/</a:t>
                      </a:r>
                      <a:r>
                        <a:rPr lang="mn-MN" sz="1400">
                          <a:latin typeface="Arial"/>
                          <a:ea typeface="Times New Roman"/>
                          <a:cs typeface="Times New Roman"/>
                        </a:rPr>
                        <a:t>Функцийн нэр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15000"/>
                        </a:lnSpc>
                        <a:spcBef>
                          <a:spcPts val="0"/>
                        </a:spcBef>
                        <a:spcAft>
                          <a:spcPts val="1000"/>
                        </a:spcAft>
                      </a:pPr>
                      <a:r>
                        <a:rPr lang="en-US" sz="1400">
                          <a:latin typeface="Arial"/>
                          <a:ea typeface="Times New Roman"/>
                          <a:cs typeface="Times New Roman"/>
                        </a:rPr>
                        <a:t>Гарах үр дүн </a:t>
                      </a:r>
                      <a:endParaRPr lang="en-US" sz="1200">
                        <a:latin typeface="Calibri"/>
                        <a:ea typeface="Times New Roman"/>
                        <a:cs typeface="Times New Roman"/>
                      </a:endParaRPr>
                    </a:p>
                  </a:txBody>
                  <a:tcPr marL="18523" marR="18523" marT="60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9"/>
                  </a:ext>
                </a:extLst>
              </a:tr>
              <a:tr h="295305">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1000"/>
                        </a:spcAft>
                      </a:pPr>
                      <a:r>
                        <a:rPr lang="en-US" sz="1400">
                          <a:latin typeface="Arial"/>
                          <a:ea typeface="Times New Roman"/>
                          <a:cs typeface="Times New Roman"/>
                        </a:rPr>
                        <a:t>Тестийн тайлбар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10"/>
                  </a:ext>
                </a:extLst>
              </a:tr>
              <a:tr h="199149">
                <a:tc vMerge="1">
                  <a:txBody>
                    <a:bodyPr/>
                    <a:lstStyle/>
                    <a:p>
                      <a:endParaRPr lang="en-US"/>
                    </a:p>
                  </a:txBody>
                  <a:tcPr/>
                </a:tc>
                <a:tc rowSpan="2">
                  <a:txBody>
                    <a:bodyPr/>
                    <a:lstStyle/>
                    <a:p>
                      <a:pPr marL="0" marR="0">
                        <a:lnSpc>
                          <a:spcPct val="115000"/>
                        </a:lnSpc>
                        <a:spcBef>
                          <a:spcPts val="0"/>
                        </a:spcBef>
                        <a:spcAft>
                          <a:spcPts val="1000"/>
                        </a:spcAft>
                      </a:pPr>
                      <a:r>
                        <a:rPr lang="en-US" sz="1400">
                          <a:latin typeface="Arial"/>
                          <a:ea typeface="Times New Roman"/>
                          <a:cs typeface="Times New Roman"/>
                        </a:rPr>
                        <a:t>A_date=3/9/2012</a:t>
                      </a:r>
                      <a:endParaRPr lang="en-US" sz="1200">
                        <a:latin typeface="Calibri"/>
                        <a:ea typeface="Times New Roman"/>
                        <a:cs typeface="Times New Roman"/>
                      </a:endParaRPr>
                    </a:p>
                    <a:p>
                      <a:pPr marL="0" marR="0">
                        <a:lnSpc>
                          <a:spcPct val="115000"/>
                        </a:lnSpc>
                        <a:spcBef>
                          <a:spcPts val="0"/>
                        </a:spcBef>
                        <a:spcAft>
                          <a:spcPts val="1000"/>
                        </a:spcAft>
                      </a:pPr>
                      <a:r>
                        <a:rPr lang="en-US" sz="1400">
                          <a:latin typeface="Arial"/>
                          <a:ea typeface="Times New Roman"/>
                          <a:cs typeface="Times New Roman"/>
                        </a:rPr>
                        <a:t>Tolbor=500 </a:t>
                      </a: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pPr>
                      <a:endParaRPr lang="en-US" sz="1200">
                        <a:latin typeface="Calibri"/>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15000"/>
                        </a:lnSpc>
                        <a:spcBef>
                          <a:spcPts val="0"/>
                        </a:spcBef>
                        <a:spcAft>
                          <a:spcPts val="1000"/>
                        </a:spcAft>
                      </a:pPr>
                      <a:endParaRPr lang="en-US" sz="1200">
                        <a:latin typeface="Calibri"/>
                        <a:ea typeface="Times New Roman"/>
                        <a:cs typeface="Times New Roman"/>
                      </a:endParaRPr>
                    </a:p>
                  </a:txBody>
                  <a:tcPr marL="18523" marR="18523" marT="60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11"/>
                  </a:ext>
                </a:extLst>
              </a:tr>
              <a:tr h="583498">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1000"/>
                        </a:spcAft>
                      </a:pPr>
                      <a:endParaRPr lang="en-US" sz="1200">
                        <a:latin typeface="Calibri"/>
                        <a:ea typeface="Times New Roman"/>
                        <a:cs typeface="Times New Roman"/>
                      </a:endParaRPr>
                    </a:p>
                  </a:txBody>
                  <a:tcPr marL="18523" marR="18523" marT="60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12"/>
                  </a:ext>
                </a:extLst>
              </a:tr>
            </a:tbl>
          </a:graphicData>
        </a:graphic>
      </p:graphicFrame>
      <p:sp>
        <p:nvSpPr>
          <p:cNvPr id="6" name="Date Placeholder 5">
            <a:extLst>
              <a:ext uri="{FF2B5EF4-FFF2-40B4-BE49-F238E27FC236}">
                <a16:creationId xmlns:a16="http://schemas.microsoft.com/office/drawing/2014/main" id="{C3867AFB-FB14-4084-9646-5DFED39A5FD5}"/>
              </a:ext>
            </a:extLst>
          </p:cNvPr>
          <p:cNvSpPr>
            <a:spLocks noGrp="1"/>
          </p:cNvSpPr>
          <p:nvPr>
            <p:ph type="dt" idx="10"/>
          </p:nvPr>
        </p:nvSpPr>
        <p:spPr/>
        <p:txBody>
          <a:bodyPr/>
          <a:lstStyle/>
          <a:p>
            <a:fld id="{279EFC9B-805D-41B8-B8C3-D9782696AFB4}" type="datetime1">
              <a:rPr lang="mn-MN" smtClean="0"/>
              <a:t>2026.04.07</a:t>
            </a:fld>
            <a:endParaRPr lang="mn-MN"/>
          </a:p>
        </p:txBody>
      </p:sp>
      <p:sp>
        <p:nvSpPr>
          <p:cNvPr id="7" name="Slide Number Placeholder 6">
            <a:extLst>
              <a:ext uri="{FF2B5EF4-FFF2-40B4-BE49-F238E27FC236}">
                <a16:creationId xmlns:a16="http://schemas.microsoft.com/office/drawing/2014/main" id="{F27FD935-234F-4B68-B9A2-ED930AD59D0A}"/>
              </a:ext>
            </a:extLst>
          </p:cNvPr>
          <p:cNvSpPr>
            <a:spLocks noGrp="1"/>
          </p:cNvSpPr>
          <p:nvPr>
            <p:ph type="sldNum" idx="12"/>
          </p:nvPr>
        </p:nvSpPr>
        <p:spPr/>
        <p:txBody>
          <a:bodyPr/>
          <a:lstStyle/>
          <a:p>
            <a:fld id="{00000000-1234-1234-1234-123412341234}" type="slidenum">
              <a:rPr lang="mn" smtClean="0"/>
              <a:pPr/>
              <a:t>36</a:t>
            </a:fld>
            <a:endParaRPr lang="mn"/>
          </a:p>
        </p:txBody>
      </p:sp>
    </p:spTree>
    <p:extLst>
      <p:ext uri="{BB962C8B-B14F-4D97-AF65-F5344CB8AC3E}">
        <p14:creationId xmlns:p14="http://schemas.microsoft.com/office/powerpoint/2010/main" val="318996573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912b3c9c-2d4d-4ea3-b290-f94e9d470a94">
      <UserInfo>
        <DisplayName>Tumenbold Dashzeveg</DisplayName>
        <AccountId>18</AccountId>
        <AccountType/>
      </UserInfo>
      <UserInfo>
        <DisplayName>Batnaran Battulga</DisplayName>
        <AccountId>76</AccountId>
        <AccountType/>
      </UserInfo>
      <UserInfo>
        <DisplayName>Sergelen Batchuluun</DisplayName>
        <AccountId>660</AccountId>
        <AccountType/>
      </UserInfo>
    </SharedWithUsers>
    <lcf76f155ced4ddcb4097134ff3c332f xmlns="d59e78f2-eaab-4a67-9d10-a4c680edeaa5">
      <Terms xmlns="http://schemas.microsoft.com/office/infopath/2007/PartnerControls"/>
    </lcf76f155ced4ddcb4097134ff3c332f>
    <TaxCatchAll xmlns="912b3c9c-2d4d-4ea3-b290-f94e9d470a9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431DCBD66E5841838A478DAADF1A9F" ma:contentTypeVersion="13" ma:contentTypeDescription="Create a new document." ma:contentTypeScope="" ma:versionID="04167b38ac4ba40305db6fbccdd23cda">
  <xsd:schema xmlns:xsd="http://www.w3.org/2001/XMLSchema" xmlns:xs="http://www.w3.org/2001/XMLSchema" xmlns:p="http://schemas.microsoft.com/office/2006/metadata/properties" xmlns:ns2="912b3c9c-2d4d-4ea3-b290-f94e9d470a94" xmlns:ns3="d59e78f2-eaab-4a67-9d10-a4c680edeaa5" targetNamespace="http://schemas.microsoft.com/office/2006/metadata/properties" ma:root="true" ma:fieldsID="887d01cdf852ab18211328e82f6f1011" ns2:_="" ns3:_="">
    <xsd:import namespace="912b3c9c-2d4d-4ea3-b290-f94e9d470a94"/>
    <xsd:import namespace="d59e78f2-eaab-4a67-9d10-a4c680edeaa5"/>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2b3c9c-2d4d-4ea3-b290-f94e9d470a9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1f31ccb1-1273-4756-b665-315075d1d6de}" ma:internalName="TaxCatchAll" ma:showField="CatchAllData" ma:web="912b3c9c-2d4d-4ea3-b290-f94e9d470a9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59e78f2-eaab-4a67-9d10-a4c680edeaa5"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99afe36-bc78-401c-94f4-d0ce26b6936e"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406D1-867A-41A9-AEC2-2A787CAF9F0A}">
  <ds:schemaRefs>
    <ds:schemaRef ds:uri="http://schemas.microsoft.com/sharepoint/v3/contenttype/forms"/>
  </ds:schemaRefs>
</ds:datastoreItem>
</file>

<file path=customXml/itemProps2.xml><?xml version="1.0" encoding="utf-8"?>
<ds:datastoreItem xmlns:ds="http://schemas.openxmlformats.org/officeDocument/2006/customXml" ds:itemID="{92C216A9-5742-48B0-B651-E10302ADFDBD}">
  <ds:schemaRefs>
    <ds:schemaRef ds:uri="912b3c9c-2d4d-4ea3-b290-f94e9d470a94"/>
    <ds:schemaRef ds:uri="d59e78f2-eaab-4a67-9d10-a4c680edea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5F652C8-7A71-4D2C-AF12-EFE67733A163}">
  <ds:schemaRefs>
    <ds:schemaRef ds:uri="912b3c9c-2d4d-4ea3-b290-f94e9d470a94"/>
    <ds:schemaRef ds:uri="d59e78f2-eaab-4a67-9d10-a4c680edea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Wisp</Template>
  <Application>Microsoft Office PowerPoint</Application>
  <PresentationFormat>Widescreen</PresentationFormat>
  <Slides>36</Slides>
  <Notes>36</Notes>
  <HiddenSlides>1</HiddenSlide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PowerPoint Presentation</vt:lpstr>
      <vt:lpstr>АГУУЛГА</vt:lpstr>
      <vt:lpstr>Хэрэглэгчийн хэрэгцээ, шаардлага тодорхойлох</vt:lpstr>
      <vt:lpstr>Хэрэглэгчийн хэрэгцээ, шаардлага тодорхойлох</vt:lpstr>
      <vt:lpstr>Системийн шийдэл</vt:lpstr>
      <vt:lpstr>Ижил төстэй системийн судалгаа </vt:lpstr>
      <vt:lpstr>PowerPoint Presentation</vt:lpstr>
      <vt:lpstr>Ижил төстэй системийн судалгаа </vt:lpstr>
      <vt:lpstr>PowerPoint Presentation</vt:lpstr>
      <vt:lpstr>PowerPoint Presentation</vt:lpstr>
      <vt:lpstr>Функциональ шаардлага</vt:lpstr>
      <vt:lpstr>PowerPoint Presentation</vt:lpstr>
      <vt:lpstr>PowerPoint Presentation</vt:lpstr>
      <vt:lpstr>Техник, програм хангамжийн шаардлага</vt:lpstr>
      <vt:lpstr>Оролт гаралтын төхөөрөмжийн шаардлага</vt:lpstr>
      <vt:lpstr>Юүз кэйс диаграм</vt:lpstr>
      <vt:lpstr>Бизнес процессийн диаграм</vt:lpstr>
      <vt:lpstr>Дарааллын диаграм Захиалга өгөх</vt:lpstr>
      <vt:lpstr>ERd диаграм </vt:lpstr>
      <vt:lpstr>Класс диаграм </vt:lpstr>
      <vt:lpstr>Дэлгэцийн зохиомж Үндсэн дэлгэц</vt:lpstr>
      <vt:lpstr>Дэлгэцийн зохиомж</vt:lpstr>
      <vt:lpstr>Дэлгэцийн зохиомж Гэрийн дэлгэрэнгүй мэдээлэл</vt:lpstr>
      <vt:lpstr>Дүгнэлт</vt:lpstr>
      <vt:lpstr>PowerPoint Presentation</vt:lpstr>
      <vt:lpstr>Тайлангийн зохиомж Борлуулалтын баримт</vt:lpstr>
      <vt:lpstr>Тайлангийн зохиомж Бараа борлуулалтын мэдээ</vt:lpstr>
      <vt:lpstr>Тайлангийн зохиомж Захиалгын мэдээ</vt:lpstr>
      <vt:lpstr>Өгөгдлийн ерөнхий схем</vt:lpstr>
      <vt:lpstr>Обьектын холбоосын диаграм</vt:lpstr>
      <vt:lpstr>Класс диаграм</vt:lpstr>
      <vt:lpstr>Дарааллын диаграм Төлбөр төлөх</vt:lpstr>
      <vt:lpstr>Дарааллын диаграм Барааны бүртгэх</vt:lpstr>
      <vt:lpstr>Дарааллын диаграм Бараа сагслах</vt:lpstr>
      <vt:lpstr>Төлөв шилжилтийн диаграм Захиалга</vt:lpstr>
      <vt:lpstr>Тестийн зохиомж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Педагог, андролог, хьютагоги</dc:title>
  <dc:creator>Sergelen</dc:creator>
  <cp:revision>84</cp:revision>
  <dcterms:created xsi:type="dcterms:W3CDTF">2021-01-19T12:54:02Z</dcterms:created>
  <dcterms:modified xsi:type="dcterms:W3CDTF">2026-04-08T04:26:21Z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0x01010015431DCBD66E5841838A478DAADF1A9F</vt:lpwstr>
  </property>
  <property fmtid="{D5CDD505-2E9C-101B-9397-08002B2CF9AE}" pid="3" name="MediaServiceImageTags">
    <vt:lpwstr/>
  </property>
</Properties>
</file>